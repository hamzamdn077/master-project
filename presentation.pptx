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31"/>
  </p:notesMasterIdLst>
  <p:sldIdLst>
    <p:sldId id="298" r:id="rId2"/>
    <p:sldId id="297" r:id="rId3"/>
    <p:sldId id="299" r:id="rId4"/>
    <p:sldId id="300" r:id="rId5"/>
    <p:sldId id="301" r:id="rId6"/>
    <p:sldId id="335" r:id="rId7"/>
    <p:sldId id="257" r:id="rId8"/>
    <p:sldId id="303" r:id="rId9"/>
    <p:sldId id="304" r:id="rId10"/>
    <p:sldId id="305" r:id="rId11"/>
    <p:sldId id="306" r:id="rId12"/>
    <p:sldId id="307" r:id="rId13"/>
    <p:sldId id="310" r:id="rId14"/>
    <p:sldId id="311" r:id="rId15"/>
    <p:sldId id="313" r:id="rId16"/>
    <p:sldId id="312" r:id="rId17"/>
    <p:sldId id="314" r:id="rId18"/>
    <p:sldId id="318" r:id="rId19"/>
    <p:sldId id="316" r:id="rId20"/>
    <p:sldId id="319" r:id="rId21"/>
    <p:sldId id="322" r:id="rId22"/>
    <p:sldId id="325" r:id="rId23"/>
    <p:sldId id="324" r:id="rId24"/>
    <p:sldId id="326" r:id="rId25"/>
    <p:sldId id="329" r:id="rId26"/>
    <p:sldId id="337" r:id="rId27"/>
    <p:sldId id="260" r:id="rId28"/>
    <p:sldId id="330" r:id="rId29"/>
    <p:sldId id="336" r:id="rId30"/>
  </p:sldIdLst>
  <p:sldSz cx="9144000" cy="5143500" type="screen16x9"/>
  <p:notesSz cx="6858000" cy="9144000"/>
  <p:embeddedFontLst>
    <p:embeddedFont>
      <p:font typeface="Albert Sans" panose="020B0604020202020204" charset="0"/>
      <p:regular r:id="rId32"/>
      <p:bold r:id="rId33"/>
      <p:italic r:id="rId34"/>
      <p:boldItalic r:id="rId35"/>
    </p:embeddedFont>
    <p:embeddedFont>
      <p:font typeface="Anaheim" panose="020B0604020202020204" charset="0"/>
      <p:regular r:id="rId36"/>
      <p:bold r:id="rId37"/>
    </p:embeddedFont>
    <p:embeddedFont>
      <p:font typeface="DM Sans" pitchFamily="2" charset="0"/>
      <p:regular r:id="rId38"/>
      <p:bold r:id="rId39"/>
      <p:italic r:id="rId40"/>
      <p:boldItalic r:id="rId41"/>
    </p:embeddedFont>
    <p:embeddedFont>
      <p:font typeface="Lato" panose="020F0502020204030203" pitchFamily="34" charset="0"/>
      <p:regular r:id="rId42"/>
      <p:bold r:id="rId43"/>
      <p:italic r:id="rId44"/>
      <p:boldItalic r:id="rId45"/>
    </p:embeddedFont>
    <p:embeddedFont>
      <p:font typeface="Mulish" panose="020B0604020202020204" charset="0"/>
      <p:regular r:id="rId46"/>
      <p:bold r:id="rId47"/>
      <p:italic r:id="rId48"/>
      <p:boldItalic r:id="rId4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E00A097-0C75-493B-BA82-CAC8FEF640B5}">
  <a:tblStyle styleId="{AE00A097-0C75-493B-BA82-CAC8FEF640B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6F588F0-DA45-466C-91A0-1F1EBF44E27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12" autoAdjust="0"/>
    <p:restoredTop sz="79183" autoAdjust="0"/>
  </p:normalViewPr>
  <p:slideViewPr>
    <p:cSldViewPr snapToGrid="0">
      <p:cViewPr varScale="1">
        <p:scale>
          <a:sx n="72" d="100"/>
          <a:sy n="72" d="100"/>
        </p:scale>
        <p:origin x="88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47" Type="http://schemas.openxmlformats.org/officeDocument/2006/relationships/font" Target="fonts/font16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font" Target="fonts/font14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font" Target="fonts/font13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font" Target="fonts/font12.fntdata"/><Relationship Id="rId48" Type="http://schemas.openxmlformats.org/officeDocument/2006/relationships/font" Target="fonts/font17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font" Target="fonts/font15.fntdata"/><Relationship Id="rId20" Type="http://schemas.openxmlformats.org/officeDocument/2006/relationships/slide" Target="slides/slide19.xml"/><Relationship Id="rId41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49" Type="http://schemas.openxmlformats.org/officeDocument/2006/relationships/font" Target="fonts/font1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8">
          <a:extLst>
            <a:ext uri="{FF2B5EF4-FFF2-40B4-BE49-F238E27FC236}">
              <a16:creationId xmlns:a16="http://schemas.microsoft.com/office/drawing/2014/main" id="{45B905F5-F714-446B-B518-4A07DC46B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9" name="Google Shape;1759;g1e71a4a866a_0_12:notes">
            <a:extLst>
              <a:ext uri="{FF2B5EF4-FFF2-40B4-BE49-F238E27FC236}">
                <a16:creationId xmlns:a16="http://schemas.microsoft.com/office/drawing/2014/main" id="{A0E2B628-7B45-EC9E-9B23-9D5573B74B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760" name="Google Shape;1760;g1e71a4a866a_0_12:notes">
            <a:extLst>
              <a:ext uri="{FF2B5EF4-FFF2-40B4-BE49-F238E27FC236}">
                <a16:creationId xmlns:a16="http://schemas.microsoft.com/office/drawing/2014/main" id="{3234F645-EB06-4496-22CE-EF9746F3F7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1996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6">
          <a:extLst>
            <a:ext uri="{FF2B5EF4-FFF2-40B4-BE49-F238E27FC236}">
              <a16:creationId xmlns:a16="http://schemas.microsoft.com/office/drawing/2014/main" id="{E9DC1C4B-E59E-A48A-C933-A38EFFCB5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7" name="Google Shape;1477;gd431007ba2_0_215:notes">
            <a:extLst>
              <a:ext uri="{FF2B5EF4-FFF2-40B4-BE49-F238E27FC236}">
                <a16:creationId xmlns:a16="http://schemas.microsoft.com/office/drawing/2014/main" id="{6A42FEB4-386D-CA29-9EBF-D0A47B9453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78" name="Google Shape;1478;gd431007ba2_0_215:notes">
            <a:extLst>
              <a:ext uri="{FF2B5EF4-FFF2-40B4-BE49-F238E27FC236}">
                <a16:creationId xmlns:a16="http://schemas.microsoft.com/office/drawing/2014/main" id="{691A4304-8D87-62F9-AE9F-8B46AED06E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03636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>
          <a:extLst>
            <a:ext uri="{FF2B5EF4-FFF2-40B4-BE49-F238E27FC236}">
              <a16:creationId xmlns:a16="http://schemas.microsoft.com/office/drawing/2014/main" id="{4D7C3CF2-5EAD-1061-C4E3-3146F3AE6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54dda1946d_4_2689:notes">
            <a:extLst>
              <a:ext uri="{FF2B5EF4-FFF2-40B4-BE49-F238E27FC236}">
                <a16:creationId xmlns:a16="http://schemas.microsoft.com/office/drawing/2014/main" id="{F85B0FA1-1C99-212E-2812-3FEE170C6D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699" name="Google Shape;1699;g54dda1946d_4_2689:notes">
            <a:extLst>
              <a:ext uri="{FF2B5EF4-FFF2-40B4-BE49-F238E27FC236}">
                <a16:creationId xmlns:a16="http://schemas.microsoft.com/office/drawing/2014/main" id="{4B996221-55AF-C4D0-1F29-D720A576F3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907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>
          <a:extLst>
            <a:ext uri="{FF2B5EF4-FFF2-40B4-BE49-F238E27FC236}">
              <a16:creationId xmlns:a16="http://schemas.microsoft.com/office/drawing/2014/main" id="{90B5F510-6561-CA8D-CFCD-539C7B2EA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54dda1946d_4_2689:notes">
            <a:extLst>
              <a:ext uri="{FF2B5EF4-FFF2-40B4-BE49-F238E27FC236}">
                <a16:creationId xmlns:a16="http://schemas.microsoft.com/office/drawing/2014/main" id="{4B12656E-E2D1-58A7-467B-610FDBB831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699" name="Google Shape;1699;g54dda1946d_4_2689:notes">
            <a:extLst>
              <a:ext uri="{FF2B5EF4-FFF2-40B4-BE49-F238E27FC236}">
                <a16:creationId xmlns:a16="http://schemas.microsoft.com/office/drawing/2014/main" id="{1CC45689-1CCD-69C3-DBB9-DA4E0470DC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0728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>
          <a:extLst>
            <a:ext uri="{FF2B5EF4-FFF2-40B4-BE49-F238E27FC236}">
              <a16:creationId xmlns:a16="http://schemas.microsoft.com/office/drawing/2014/main" id="{7E8D0344-71FF-B146-6D52-01A712ED3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54dda1946d_4_2689:notes">
            <a:extLst>
              <a:ext uri="{FF2B5EF4-FFF2-40B4-BE49-F238E27FC236}">
                <a16:creationId xmlns:a16="http://schemas.microsoft.com/office/drawing/2014/main" id="{8CE587F4-8464-C358-C80A-0CC851F4DE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699" name="Google Shape;1699;g54dda1946d_4_2689:notes">
            <a:extLst>
              <a:ext uri="{FF2B5EF4-FFF2-40B4-BE49-F238E27FC236}">
                <a16:creationId xmlns:a16="http://schemas.microsoft.com/office/drawing/2014/main" id="{0846A8DA-43F8-3733-6B1E-2A7377D277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28283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352F52E-EC91-96D1-5A23-98AA57F21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68ACDD40-A875-D0DB-3A46-67F8AD895C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35FBD3F-6480-E399-020C-092D0A7C9E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046260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2D5DDE8-46A0-F41A-2E2A-17DD12ED8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53CE2D27-B0AF-9C4F-223A-6D983271DB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A11C19B9-9F80-315F-D2C7-F1F05F7B79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12725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15EB777B-020B-30A1-8B86-06A2570BC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67A30DF-E9FD-A0B9-753A-F2CBD03DF3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1A10037D-7EB4-29E4-4907-1DD6E86062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04298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584567BC-281E-084A-EE01-67CED49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B657BA4A-514E-C1CB-9E85-C62CFB3D87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A4A1550-4EB8-6BC6-C3E8-9349389980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65260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AA29571C-81DA-06B5-DC93-4952E77DC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46AA5F9F-4944-FEBF-C61A-CF51C04A3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D59FE6C9-80A7-53CC-064C-413D2887CA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294496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B7503C7-3186-F207-9B65-9569C5568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78432F40-4912-0A87-4566-2C77ECF81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98F19A89-3C92-1A2E-F7D7-EF311851DF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5193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360C95C-F250-9564-0032-A3AEE1E72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E22B9E5F-9490-7AA0-696A-1BB8BB80B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B671A9C6-EA30-F8BA-6F37-F36FB90B4B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979127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D6C2766-E02C-1695-732A-B7025E050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31DE47D1-6633-645E-F936-0FB5B988B5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5F5CBA8-5CB1-2D70-2A85-D9020C0E2C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4397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1F4A6230-6AF9-0E8D-A4ED-D0B9F4B54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893D469C-1E93-9B5F-3AFE-20610D255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86E8AE4-BFA7-CEDC-A4AE-5C1FB729F9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4582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839C09F6-0205-8C1D-16B8-C59D9C094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74FBB44E-4939-D3FA-445D-2E2D4B2563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E5F5EB4B-AFD4-2257-C6D0-B7CB4F44A4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23067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37D0A42-34CA-1CCE-1D72-D57C73DEF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EA87B306-2E74-8F3C-0AB9-DF4E4703E8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996D9F47-32D1-06E3-4D2C-D68DE52EFB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45388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D0AD48DC-B3F7-4A72-D09A-3E8F1EFB5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F41B0AF2-69D2-3374-F76D-9E5E2F6D67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CD46180-35D1-7527-8394-CB9D710731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167148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A05ABE65-2A79-0987-C443-A0E6E678F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FEBA67A7-2889-242E-7558-BDC9CF21BB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E11C04D2-BA20-211D-ACE2-356CE13153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599447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E1E04D67-71AE-D1E3-6315-64ED3600F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2E89A44-D693-8001-6C09-8FCD429AE5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60741902-1203-7889-62F8-3937F4110B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9917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DB5B7D1-4B86-5BF7-C04C-62A3E771E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67E0920-02E3-28E0-AF5F-B04F7990CA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FDC1A06-E431-7496-4C6D-7FB65014BC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49835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7AA4D23F-EF66-0823-168E-0C1E09896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272DDC15-0A7C-94D5-473B-5DB571D237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C81F72E-950A-A536-D351-32D1B527B7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70892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424754DB-2432-CF24-6064-17285EE2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466B3B7-C8F8-D900-DAA8-C237FA3E83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07FC917F-54D3-C8AF-633A-AF30FD9437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3458651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20B11AC-E9F6-6D9A-2AD3-052EB78B7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5B37AFF2-EE67-B839-8B49-411FB0AD36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32CCA73-8E0F-5FE7-72B7-C8FB30A27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58662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8984B35-E1CC-34C6-896D-1441236D3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BD67B7B6-A23B-D9CC-E421-D3FB76E365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3DE13C0B-380F-9454-ED05-03295DA515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03905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25FE6A0-F71D-2A35-1B3F-0F68700A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7EA0E642-4375-8C6D-265F-FD3028B00C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A4D27BB1-40DA-8135-C6BB-B6B704F438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975381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502" name="Google Shape;1502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0E8FD6F-8521-D1D8-29BB-1EFD815BC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022C031E-AE89-8020-8C1B-5CDD057309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BB7FDB2-BEE1-80AF-AEE8-BE2CDD105B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191309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AC4C05D1-103D-2F53-843B-48DE4A125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152A83E6-6B6C-559E-AD87-06543E8075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C11040C-5D80-C349-1E54-799BBAC9E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342073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"/>
          <p:cNvSpPr txBox="1">
            <a:spLocks noGrp="1"/>
          </p:cNvSpPr>
          <p:nvPr>
            <p:ph type="title"/>
          </p:nvPr>
        </p:nvSpPr>
        <p:spPr>
          <a:xfrm>
            <a:off x="1463100" y="2046250"/>
            <a:ext cx="6217800" cy="16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2" name="Google Shape;82;p3"/>
          <p:cNvSpPr txBox="1">
            <a:spLocks noGrp="1"/>
          </p:cNvSpPr>
          <p:nvPr>
            <p:ph type="title" idx="2" hasCustomPrompt="1"/>
          </p:nvPr>
        </p:nvSpPr>
        <p:spPr>
          <a:xfrm>
            <a:off x="3745950" y="809625"/>
            <a:ext cx="1652100" cy="112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3" name="Google Shape;83;p3"/>
          <p:cNvSpPr txBox="1">
            <a:spLocks noGrp="1"/>
          </p:cNvSpPr>
          <p:nvPr>
            <p:ph type="subTitle" idx="1"/>
          </p:nvPr>
        </p:nvSpPr>
        <p:spPr>
          <a:xfrm>
            <a:off x="1463100" y="3797250"/>
            <a:ext cx="62178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84" name="Google Shape;84;p3"/>
          <p:cNvGrpSpPr/>
          <p:nvPr/>
        </p:nvGrpSpPr>
        <p:grpSpPr>
          <a:xfrm>
            <a:off x="-1196147" y="-548842"/>
            <a:ext cx="13880920" cy="6874700"/>
            <a:chOff x="-1196147" y="-548842"/>
            <a:chExt cx="13880920" cy="6874700"/>
          </a:xfrm>
        </p:grpSpPr>
        <p:grpSp>
          <p:nvGrpSpPr>
            <p:cNvPr id="85" name="Google Shape;85;p3"/>
            <p:cNvGrpSpPr/>
            <p:nvPr/>
          </p:nvGrpSpPr>
          <p:grpSpPr>
            <a:xfrm>
              <a:off x="-1196147" y="-548842"/>
              <a:ext cx="3657841" cy="4417628"/>
              <a:chOff x="-1196147" y="-548842"/>
              <a:chExt cx="3657841" cy="4417628"/>
            </a:xfrm>
          </p:grpSpPr>
          <p:sp>
            <p:nvSpPr>
              <p:cNvPr id="86" name="Google Shape;86;p3"/>
              <p:cNvSpPr/>
              <p:nvPr/>
            </p:nvSpPr>
            <p:spPr>
              <a:xfrm rot="10359365">
                <a:off x="2255245" y="146021"/>
                <a:ext cx="194798" cy="194798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7" name="Google Shape;87;p3"/>
              <p:cNvSpPr/>
              <p:nvPr/>
            </p:nvSpPr>
            <p:spPr>
              <a:xfrm rot="10359365">
                <a:off x="-841304" y="2200605"/>
                <a:ext cx="194798" cy="194798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8" name="Google Shape;88;p3"/>
              <p:cNvSpPr/>
              <p:nvPr/>
            </p:nvSpPr>
            <p:spPr>
              <a:xfrm rot="10361981">
                <a:off x="352993" y="-214656"/>
                <a:ext cx="401353" cy="401353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9" name="Google Shape;89;p3"/>
              <p:cNvSpPr/>
              <p:nvPr/>
            </p:nvSpPr>
            <p:spPr>
              <a:xfrm rot="10355821">
                <a:off x="274120" y="560515"/>
                <a:ext cx="130387" cy="13038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0" name="Google Shape;90;p3"/>
              <p:cNvSpPr/>
              <p:nvPr/>
            </p:nvSpPr>
            <p:spPr>
              <a:xfrm rot="10360416">
                <a:off x="1106270" y="873580"/>
                <a:ext cx="254074" cy="254074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1" name="Google Shape;91;p3"/>
              <p:cNvSpPr/>
              <p:nvPr/>
            </p:nvSpPr>
            <p:spPr>
              <a:xfrm rot="10355821">
                <a:off x="424057" y="2400495"/>
                <a:ext cx="130387" cy="1303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2" name="Google Shape;92;p3"/>
              <p:cNvSpPr/>
              <p:nvPr/>
            </p:nvSpPr>
            <p:spPr>
              <a:xfrm rot="9969336">
                <a:off x="1746927" y="9840"/>
                <a:ext cx="130388" cy="130388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3" name="Google Shape;93;p3"/>
              <p:cNvSpPr/>
              <p:nvPr/>
            </p:nvSpPr>
            <p:spPr>
              <a:xfrm rot="10360567">
                <a:off x="-737089" y="906043"/>
                <a:ext cx="96487" cy="964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94" name="Google Shape;94;p3"/>
              <p:cNvCxnSpPr>
                <a:stCxn id="90" idx="5"/>
                <a:endCxn id="89" idx="1"/>
              </p:cNvCxnSpPr>
              <p:nvPr/>
            </p:nvCxnSpPr>
            <p:spPr>
              <a:xfrm rot="10800000">
                <a:off x="390857" y="665576"/>
                <a:ext cx="741900" cy="257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" name="Google Shape;95;p3"/>
              <p:cNvCxnSpPr>
                <a:stCxn id="91" idx="4"/>
                <a:endCxn id="89" idx="0"/>
              </p:cNvCxnSpPr>
              <p:nvPr/>
            </p:nvCxnSpPr>
            <p:spPr>
              <a:xfrm rot="10800000">
                <a:off x="347650" y="690439"/>
                <a:ext cx="133200" cy="171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" name="Google Shape;96;p3"/>
              <p:cNvCxnSpPr>
                <a:stCxn id="86" idx="6"/>
                <a:endCxn id="90" idx="3"/>
              </p:cNvCxnSpPr>
              <p:nvPr/>
            </p:nvCxnSpPr>
            <p:spPr>
              <a:xfrm flipH="1">
                <a:off x="1311044" y="255870"/>
                <a:ext cx="945000" cy="64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" name="Google Shape;97;p3"/>
              <p:cNvCxnSpPr>
                <a:stCxn id="90" idx="7"/>
                <a:endCxn id="91" idx="2"/>
              </p:cNvCxnSpPr>
              <p:nvPr/>
            </p:nvCxnSpPr>
            <p:spPr>
              <a:xfrm flipH="1">
                <a:off x="553867" y="1101167"/>
                <a:ext cx="601800" cy="135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8" name="Google Shape;98;p3"/>
              <p:cNvCxnSpPr>
                <a:stCxn id="91" idx="6"/>
                <a:endCxn id="87" idx="1"/>
              </p:cNvCxnSpPr>
              <p:nvPr/>
            </p:nvCxnSpPr>
            <p:spPr>
              <a:xfrm rot="10800000">
                <a:off x="-666800" y="2357389"/>
                <a:ext cx="1091400" cy="116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3"/>
              <p:cNvCxnSpPr>
                <a:stCxn id="89" idx="7"/>
                <a:endCxn id="87" idx="3"/>
              </p:cNvCxnSpPr>
              <p:nvPr/>
            </p:nvCxnSpPr>
            <p:spPr>
              <a:xfrm flipH="1">
                <a:off x="-684462" y="677363"/>
                <a:ext cx="984000" cy="1543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3"/>
              <p:cNvCxnSpPr>
                <a:stCxn id="86" idx="6"/>
                <a:endCxn id="92" idx="1"/>
              </p:cNvCxnSpPr>
              <p:nvPr/>
            </p:nvCxnSpPr>
            <p:spPr>
              <a:xfrm rot="10800000">
                <a:off x="1867844" y="108870"/>
                <a:ext cx="388200" cy="147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3"/>
              <p:cNvCxnSpPr>
                <a:stCxn id="92" idx="6"/>
                <a:endCxn id="89" idx="2"/>
              </p:cNvCxnSpPr>
              <p:nvPr/>
            </p:nvCxnSpPr>
            <p:spPr>
              <a:xfrm flipH="1">
                <a:off x="403921" y="90634"/>
                <a:ext cx="1344900" cy="52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3"/>
              <p:cNvCxnSpPr>
                <a:stCxn id="92" idx="6"/>
                <a:endCxn id="88" idx="1"/>
              </p:cNvCxnSpPr>
              <p:nvPr/>
            </p:nvCxnSpPr>
            <p:spPr>
              <a:xfrm flipH="1">
                <a:off x="712321" y="90634"/>
                <a:ext cx="1036500" cy="18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" name="Google Shape;103;p3"/>
              <p:cNvCxnSpPr>
                <a:stCxn id="88" idx="7"/>
                <a:endCxn id="93" idx="3"/>
              </p:cNvCxnSpPr>
              <p:nvPr/>
            </p:nvCxnSpPr>
            <p:spPr>
              <a:xfrm flipH="1">
                <a:off x="-659248" y="144801"/>
                <a:ext cx="1090200" cy="771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4" name="Google Shape;104;p3"/>
              <p:cNvCxnSpPr>
                <a:stCxn id="89" idx="6"/>
                <a:endCxn id="93" idx="2"/>
              </p:cNvCxnSpPr>
              <p:nvPr/>
            </p:nvCxnSpPr>
            <p:spPr>
              <a:xfrm flipH="1">
                <a:off x="-640937" y="634109"/>
                <a:ext cx="915600" cy="31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5" name="Google Shape;105;p3"/>
              <p:cNvCxnSpPr>
                <a:stCxn id="93" idx="0"/>
                <a:endCxn id="87" idx="5"/>
              </p:cNvCxnSpPr>
              <p:nvPr/>
            </p:nvCxnSpPr>
            <p:spPr>
              <a:xfrm flipH="1">
                <a:off x="-820996" y="1002137"/>
                <a:ext cx="138300" cy="1236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" name="Google Shape;106;p3"/>
              <p:cNvCxnSpPr>
                <a:stCxn id="91" idx="5"/>
                <a:endCxn id="93" idx="1"/>
              </p:cNvCxnSpPr>
              <p:nvPr/>
            </p:nvCxnSpPr>
            <p:spPr>
              <a:xfrm rot="10800000">
                <a:off x="-650804" y="983814"/>
                <a:ext cx="1088400" cy="1442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" name="Google Shape;107;p3"/>
              <p:cNvCxnSpPr>
                <a:stCxn id="90" idx="6"/>
                <a:endCxn id="93" idx="1"/>
              </p:cNvCxnSpPr>
              <p:nvPr/>
            </p:nvCxnSpPr>
            <p:spPr>
              <a:xfrm rot="10800000">
                <a:off x="-650693" y="983817"/>
                <a:ext cx="1758000" cy="3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8" name="Google Shape;108;p3"/>
              <p:cNvCxnSpPr>
                <a:stCxn id="90" idx="4"/>
                <a:endCxn id="88" idx="1"/>
              </p:cNvCxnSpPr>
              <p:nvPr/>
            </p:nvCxnSpPr>
            <p:spPr>
              <a:xfrm rot="10800000">
                <a:off x="712507" y="108717"/>
                <a:ext cx="504600" cy="765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9" name="Google Shape;109;p3"/>
              <p:cNvSpPr/>
              <p:nvPr/>
            </p:nvSpPr>
            <p:spPr>
              <a:xfrm rot="10355821">
                <a:off x="-1188290" y="-540986"/>
                <a:ext cx="130387" cy="13038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0" name="Google Shape;110;p3"/>
              <p:cNvCxnSpPr>
                <a:stCxn id="93" idx="4"/>
                <a:endCxn id="109" idx="1"/>
              </p:cNvCxnSpPr>
              <p:nvPr/>
            </p:nvCxnSpPr>
            <p:spPr>
              <a:xfrm rot="10800000">
                <a:off x="-1071496" y="-436063"/>
                <a:ext cx="376500" cy="1342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" name="Google Shape;111;p3"/>
              <p:cNvCxnSpPr>
                <a:stCxn id="109" idx="1"/>
                <a:endCxn id="88" idx="5"/>
              </p:cNvCxnSpPr>
              <p:nvPr/>
            </p:nvCxnSpPr>
            <p:spPr>
              <a:xfrm>
                <a:off x="-1071443" y="-436018"/>
                <a:ext cx="1466400" cy="299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3"/>
              <p:cNvCxnSpPr>
                <a:stCxn id="109" idx="1"/>
                <a:endCxn id="89" idx="5"/>
              </p:cNvCxnSpPr>
              <p:nvPr/>
            </p:nvCxnSpPr>
            <p:spPr>
              <a:xfrm>
                <a:off x="-1071443" y="-436018"/>
                <a:ext cx="1359000" cy="1022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3"/>
              <p:cNvSpPr/>
              <p:nvPr/>
            </p:nvSpPr>
            <p:spPr>
              <a:xfrm rot="10361165">
                <a:off x="-233691" y="3414341"/>
                <a:ext cx="428890" cy="42889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4" name="Google Shape;114;p3"/>
              <p:cNvCxnSpPr>
                <a:stCxn id="91" idx="0"/>
                <a:endCxn id="113" idx="3"/>
              </p:cNvCxnSpPr>
              <p:nvPr/>
            </p:nvCxnSpPr>
            <p:spPr>
              <a:xfrm flipH="1">
                <a:off x="111850" y="2530339"/>
                <a:ext cx="385800" cy="928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" name="Google Shape;115;p3"/>
              <p:cNvCxnSpPr>
                <a:stCxn id="87" idx="0"/>
                <a:endCxn id="113" idx="5"/>
              </p:cNvCxnSpPr>
              <p:nvPr/>
            </p:nvCxnSpPr>
            <p:spPr>
              <a:xfrm>
                <a:off x="-731455" y="2394604"/>
                <a:ext cx="542400" cy="1103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6" name="Google Shape;116;p3"/>
            <p:cNvGrpSpPr/>
            <p:nvPr/>
          </p:nvGrpSpPr>
          <p:grpSpPr>
            <a:xfrm>
              <a:off x="6988759" y="2308882"/>
              <a:ext cx="5696014" cy="4016976"/>
              <a:chOff x="6988759" y="2308882"/>
              <a:chExt cx="5696014" cy="4016976"/>
            </a:xfrm>
          </p:grpSpPr>
          <p:sp>
            <p:nvSpPr>
              <p:cNvPr id="117" name="Google Shape;117;p3"/>
              <p:cNvSpPr/>
              <p:nvPr/>
            </p:nvSpPr>
            <p:spPr>
              <a:xfrm rot="10800000" flipH="1">
                <a:off x="6988759" y="4811408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8" name="Google Shape;118;p3"/>
              <p:cNvSpPr/>
              <p:nvPr/>
            </p:nvSpPr>
            <p:spPr>
              <a:xfrm rot="10800000" flipH="1">
                <a:off x="9708881" y="5924735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9" name="Google Shape;119;p3"/>
              <p:cNvSpPr/>
              <p:nvPr/>
            </p:nvSpPr>
            <p:spPr>
              <a:xfrm rot="10800000" flipH="1">
                <a:off x="9274463" y="3379603"/>
                <a:ext cx="401400" cy="4014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0" name="Google Shape;120;p3"/>
              <p:cNvSpPr/>
              <p:nvPr/>
            </p:nvSpPr>
            <p:spPr>
              <a:xfrm rot="10800000" flipH="1">
                <a:off x="8847429" y="5037312"/>
                <a:ext cx="130500" cy="130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1" name="Google Shape;121;p3"/>
              <p:cNvSpPr/>
              <p:nvPr/>
            </p:nvSpPr>
            <p:spPr>
              <a:xfrm rot="10800000" flipH="1">
                <a:off x="7696942" y="5973758"/>
                <a:ext cx="96300" cy="963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2" name="Google Shape;122;p3"/>
              <p:cNvSpPr/>
              <p:nvPr/>
            </p:nvSpPr>
            <p:spPr>
              <a:xfrm rot="10800000" flipH="1">
                <a:off x="8847429" y="6195358"/>
                <a:ext cx="130500" cy="1305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3" name="Google Shape;123;p3"/>
              <p:cNvSpPr/>
              <p:nvPr/>
            </p:nvSpPr>
            <p:spPr>
              <a:xfrm rot="10800000" flipH="1">
                <a:off x="7958998" y="4095690"/>
                <a:ext cx="130500" cy="130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4" name="Google Shape;124;p3"/>
              <p:cNvSpPr/>
              <p:nvPr/>
            </p:nvSpPr>
            <p:spPr>
              <a:xfrm rot="10800000" flipH="1">
                <a:off x="12588473" y="4375765"/>
                <a:ext cx="96300" cy="96300"/>
              </a:xfrm>
              <a:prstGeom prst="ellipse">
                <a:avLst/>
              </a:prstGeom>
              <a:solidFill>
                <a:srgbClr val="86CF6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25" name="Google Shape;125;p3"/>
              <p:cNvCxnSpPr>
                <a:stCxn id="121" idx="5"/>
                <a:endCxn id="120" idx="1"/>
              </p:cNvCxnSpPr>
              <p:nvPr/>
            </p:nvCxnSpPr>
            <p:spPr>
              <a:xfrm rot="10800000" flipH="1">
                <a:off x="7779139" y="5148761"/>
                <a:ext cx="10875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6" name="Google Shape;126;p3"/>
              <p:cNvCxnSpPr>
                <a:stCxn id="122" idx="4"/>
                <a:endCxn id="120" idx="0"/>
              </p:cNvCxnSpPr>
              <p:nvPr/>
            </p:nvCxnSpPr>
            <p:spPr>
              <a:xfrm rot="10800000">
                <a:off x="8912679" y="5167858"/>
                <a:ext cx="0" cy="1027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7" name="Google Shape;127;p3"/>
              <p:cNvCxnSpPr>
                <a:stCxn id="117" idx="6"/>
                <a:endCxn id="120" idx="2"/>
              </p:cNvCxnSpPr>
              <p:nvPr/>
            </p:nvCxnSpPr>
            <p:spPr>
              <a:xfrm>
                <a:off x="7183159" y="4908608"/>
                <a:ext cx="1664400" cy="19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8" name="Google Shape;128;p3"/>
              <p:cNvCxnSpPr>
                <a:stCxn id="117" idx="0"/>
                <a:endCxn id="121" idx="3"/>
              </p:cNvCxnSpPr>
              <p:nvPr/>
            </p:nvCxnSpPr>
            <p:spPr>
              <a:xfrm>
                <a:off x="7085959" y="5005808"/>
                <a:ext cx="625200" cy="982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9" name="Google Shape;129;p3"/>
              <p:cNvCxnSpPr>
                <a:stCxn id="121" idx="7"/>
                <a:endCxn id="122" idx="2"/>
              </p:cNvCxnSpPr>
              <p:nvPr/>
            </p:nvCxnSpPr>
            <p:spPr>
              <a:xfrm>
                <a:off x="7779139" y="6055955"/>
                <a:ext cx="1068300" cy="204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" name="Google Shape;130;p3"/>
              <p:cNvCxnSpPr>
                <a:stCxn id="122" idx="6"/>
                <a:endCxn id="118" idx="2"/>
              </p:cNvCxnSpPr>
              <p:nvPr/>
            </p:nvCxnSpPr>
            <p:spPr>
              <a:xfrm rot="10800000" flipH="1">
                <a:off x="8977929" y="6021808"/>
                <a:ext cx="731100" cy="238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" name="Google Shape;131;p3"/>
              <p:cNvCxnSpPr>
                <a:stCxn id="120" idx="7"/>
                <a:endCxn id="118" idx="3"/>
              </p:cNvCxnSpPr>
              <p:nvPr/>
            </p:nvCxnSpPr>
            <p:spPr>
              <a:xfrm>
                <a:off x="8958818" y="5148700"/>
                <a:ext cx="778500" cy="804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" name="Google Shape;132;p3"/>
              <p:cNvCxnSpPr>
                <a:stCxn id="117" idx="5"/>
                <a:endCxn id="123" idx="1"/>
              </p:cNvCxnSpPr>
              <p:nvPr/>
            </p:nvCxnSpPr>
            <p:spPr>
              <a:xfrm rot="10800000" flipH="1">
                <a:off x="7154690" y="4207177"/>
                <a:ext cx="823500" cy="63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" name="Google Shape;133;p3"/>
              <p:cNvCxnSpPr>
                <a:stCxn id="123" idx="7"/>
                <a:endCxn id="120" idx="3"/>
              </p:cNvCxnSpPr>
              <p:nvPr/>
            </p:nvCxnSpPr>
            <p:spPr>
              <a:xfrm>
                <a:off x="8070387" y="4207078"/>
                <a:ext cx="796200" cy="84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" name="Google Shape;134;p3"/>
              <p:cNvCxnSpPr>
                <a:stCxn id="123" idx="7"/>
                <a:endCxn id="119" idx="1"/>
              </p:cNvCxnSpPr>
              <p:nvPr/>
            </p:nvCxnSpPr>
            <p:spPr>
              <a:xfrm rot="10800000" flipH="1">
                <a:off x="8070387" y="3722278"/>
                <a:ext cx="1263000" cy="48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" name="Google Shape;135;p3"/>
              <p:cNvCxnSpPr>
                <a:stCxn id="119" idx="0"/>
                <a:endCxn id="120" idx="5"/>
              </p:cNvCxnSpPr>
              <p:nvPr/>
            </p:nvCxnSpPr>
            <p:spPr>
              <a:xfrm flipH="1">
                <a:off x="8958863" y="3781003"/>
                <a:ext cx="516300" cy="1275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" name="Google Shape;136;p3"/>
              <p:cNvCxnSpPr>
                <a:stCxn id="124" idx="1"/>
                <a:endCxn id="118" idx="5"/>
              </p:cNvCxnSpPr>
              <p:nvPr/>
            </p:nvCxnSpPr>
            <p:spPr>
              <a:xfrm flipH="1">
                <a:off x="9874676" y="4457962"/>
                <a:ext cx="2727900" cy="149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7" name="Google Shape;137;p3"/>
              <p:cNvCxnSpPr>
                <a:stCxn id="121" idx="6"/>
                <a:endCxn id="124" idx="1"/>
              </p:cNvCxnSpPr>
              <p:nvPr/>
            </p:nvCxnSpPr>
            <p:spPr>
              <a:xfrm rot="10800000" flipH="1">
                <a:off x="7793242" y="4458008"/>
                <a:ext cx="4809300" cy="1563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8" name="Google Shape;138;p3"/>
              <p:cNvCxnSpPr>
                <a:stCxn id="118" idx="4"/>
                <a:endCxn id="119" idx="0"/>
              </p:cNvCxnSpPr>
              <p:nvPr/>
            </p:nvCxnSpPr>
            <p:spPr>
              <a:xfrm rot="10800000">
                <a:off x="9475181" y="3780935"/>
                <a:ext cx="330900" cy="2143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9" name="Google Shape;139;p3"/>
              <p:cNvSpPr/>
              <p:nvPr/>
            </p:nvSpPr>
            <p:spPr>
              <a:xfrm rot="10800000" flipH="1">
                <a:off x="11005448" y="3761850"/>
                <a:ext cx="130500" cy="130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0" name="Google Shape;140;p3"/>
              <p:cNvCxnSpPr>
                <a:stCxn id="124" idx="2"/>
                <a:endCxn id="139" idx="7"/>
              </p:cNvCxnSpPr>
              <p:nvPr/>
            </p:nvCxnSpPr>
            <p:spPr>
              <a:xfrm rot="10800000">
                <a:off x="11116973" y="3873115"/>
                <a:ext cx="1471500" cy="550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434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" name="Google Shape;141;p3"/>
              <p:cNvCxnSpPr>
                <a:stCxn id="139" idx="2"/>
                <a:endCxn id="119" idx="6"/>
              </p:cNvCxnSpPr>
              <p:nvPr/>
            </p:nvCxnSpPr>
            <p:spPr>
              <a:xfrm rot="10800000">
                <a:off x="9675848" y="3580200"/>
                <a:ext cx="1329600" cy="246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" name="Google Shape;142;p3"/>
              <p:cNvCxnSpPr>
                <a:stCxn id="139" idx="0"/>
                <a:endCxn id="118" idx="4"/>
              </p:cNvCxnSpPr>
              <p:nvPr/>
            </p:nvCxnSpPr>
            <p:spPr>
              <a:xfrm flipH="1">
                <a:off x="9806198" y="3892350"/>
                <a:ext cx="1264500" cy="2032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" name="Google Shape;143;p3"/>
              <p:cNvCxnSpPr>
                <a:stCxn id="139" idx="1"/>
                <a:endCxn id="120" idx="5"/>
              </p:cNvCxnSpPr>
              <p:nvPr/>
            </p:nvCxnSpPr>
            <p:spPr>
              <a:xfrm flipH="1">
                <a:off x="8958759" y="3873239"/>
                <a:ext cx="2065800" cy="1183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4" name="Google Shape;144;p3"/>
              <p:cNvSpPr/>
              <p:nvPr/>
            </p:nvSpPr>
            <p:spPr>
              <a:xfrm rot="10800000" flipH="1">
                <a:off x="8260191" y="2787257"/>
                <a:ext cx="194400" cy="19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5" name="Google Shape;145;p3"/>
              <p:cNvCxnSpPr>
                <a:stCxn id="119" idx="3"/>
                <a:endCxn id="144" idx="7"/>
              </p:cNvCxnSpPr>
              <p:nvPr/>
            </p:nvCxnSpPr>
            <p:spPr>
              <a:xfrm rot="10800000">
                <a:off x="8426047" y="2953287"/>
                <a:ext cx="907200" cy="485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6" name="Google Shape;146;p3"/>
              <p:cNvCxnSpPr>
                <a:stCxn id="144" idx="0"/>
                <a:endCxn id="123" idx="4"/>
              </p:cNvCxnSpPr>
              <p:nvPr/>
            </p:nvCxnSpPr>
            <p:spPr>
              <a:xfrm flipH="1">
                <a:off x="8024391" y="2981657"/>
                <a:ext cx="333000" cy="1113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7" name="Google Shape;147;p3"/>
              <p:cNvSpPr/>
              <p:nvPr/>
            </p:nvSpPr>
            <p:spPr>
              <a:xfrm rot="10800000" flipH="1">
                <a:off x="7973826" y="4652423"/>
                <a:ext cx="249300" cy="2493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8" name="Google Shape;148;p3"/>
              <p:cNvCxnSpPr>
                <a:stCxn id="117" idx="6"/>
                <a:endCxn id="147" idx="2"/>
              </p:cNvCxnSpPr>
              <p:nvPr/>
            </p:nvCxnSpPr>
            <p:spPr>
              <a:xfrm rot="10800000" flipH="1">
                <a:off x="7183159" y="4777208"/>
                <a:ext cx="790800" cy="13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9" name="Google Shape;149;p3"/>
              <p:cNvCxnSpPr>
                <a:stCxn id="123" idx="0"/>
                <a:endCxn id="147" idx="4"/>
              </p:cNvCxnSpPr>
              <p:nvPr/>
            </p:nvCxnSpPr>
            <p:spPr>
              <a:xfrm>
                <a:off x="8024248" y="4226190"/>
                <a:ext cx="74100" cy="426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0" name="Google Shape;150;p3"/>
              <p:cNvCxnSpPr>
                <a:stCxn id="147" idx="6"/>
                <a:endCxn id="120" idx="3"/>
              </p:cNvCxnSpPr>
              <p:nvPr/>
            </p:nvCxnSpPr>
            <p:spPr>
              <a:xfrm>
                <a:off x="8223126" y="4777073"/>
                <a:ext cx="643500" cy="27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1" name="Google Shape;151;p3"/>
              <p:cNvSpPr/>
              <p:nvPr/>
            </p:nvSpPr>
            <p:spPr>
              <a:xfrm rot="10800000" flipH="1">
                <a:off x="8782441" y="2308882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52" name="Google Shape;152;p3"/>
              <p:cNvCxnSpPr>
                <a:stCxn id="144" idx="5"/>
                <a:endCxn id="151" idx="1"/>
              </p:cNvCxnSpPr>
              <p:nvPr/>
            </p:nvCxnSpPr>
            <p:spPr>
              <a:xfrm rot="10800000" flipH="1">
                <a:off x="8426122" y="2474926"/>
                <a:ext cx="384900" cy="340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3" name="Google Shape;153;p3"/>
              <p:cNvCxnSpPr>
                <a:stCxn id="151" idx="7"/>
                <a:endCxn id="119" idx="3"/>
              </p:cNvCxnSpPr>
              <p:nvPr/>
            </p:nvCxnSpPr>
            <p:spPr>
              <a:xfrm>
                <a:off x="8948372" y="2474812"/>
                <a:ext cx="384900" cy="963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4" name="Google Shape;154;p3"/>
              <p:cNvSpPr/>
              <p:nvPr/>
            </p:nvSpPr>
            <p:spPr>
              <a:xfrm rot="10800000" flipH="1">
                <a:off x="8521366" y="3414207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55" name="Google Shape;155;p3"/>
              <p:cNvCxnSpPr>
                <a:stCxn id="144" idx="0"/>
                <a:endCxn id="154" idx="3"/>
              </p:cNvCxnSpPr>
              <p:nvPr/>
            </p:nvCxnSpPr>
            <p:spPr>
              <a:xfrm>
                <a:off x="8357391" y="2981657"/>
                <a:ext cx="192300" cy="461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6" name="Google Shape;156;p3"/>
              <p:cNvCxnSpPr>
                <a:stCxn id="154" idx="1"/>
                <a:endCxn id="123" idx="5"/>
              </p:cNvCxnSpPr>
              <p:nvPr/>
            </p:nvCxnSpPr>
            <p:spPr>
              <a:xfrm flipH="1">
                <a:off x="8070435" y="3580137"/>
                <a:ext cx="479400" cy="534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7" name="Google Shape;157;p3"/>
              <p:cNvCxnSpPr>
                <a:stCxn id="154" idx="6"/>
                <a:endCxn id="119" idx="2"/>
              </p:cNvCxnSpPr>
              <p:nvPr/>
            </p:nvCxnSpPr>
            <p:spPr>
              <a:xfrm>
                <a:off x="8715766" y="3511407"/>
                <a:ext cx="558600" cy="6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12" name="Google Shape;312;p6"/>
          <p:cNvCxnSpPr>
            <a:stCxn id="313" idx="6"/>
            <a:endCxn id="314" idx="2"/>
          </p:cNvCxnSpPr>
          <p:nvPr/>
        </p:nvCxnSpPr>
        <p:spPr>
          <a:xfrm rot="10800000" flipH="1">
            <a:off x="193201" y="280868"/>
            <a:ext cx="388800" cy="117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15" name="Google Shape;315;p6"/>
          <p:cNvGrpSpPr/>
          <p:nvPr/>
        </p:nvGrpSpPr>
        <p:grpSpPr>
          <a:xfrm>
            <a:off x="-378324" y="-207277"/>
            <a:ext cx="9969999" cy="5712728"/>
            <a:chOff x="-378324" y="-207277"/>
            <a:chExt cx="9969999" cy="5712728"/>
          </a:xfrm>
        </p:grpSpPr>
        <p:grpSp>
          <p:nvGrpSpPr>
            <p:cNvPr id="316" name="Google Shape;316;p6"/>
            <p:cNvGrpSpPr/>
            <p:nvPr/>
          </p:nvGrpSpPr>
          <p:grpSpPr>
            <a:xfrm>
              <a:off x="-378324" y="-207277"/>
              <a:ext cx="1762174" cy="2641456"/>
              <a:chOff x="-149724" y="-192037"/>
              <a:chExt cx="1762174" cy="2641456"/>
            </a:xfrm>
          </p:grpSpPr>
          <p:cxnSp>
            <p:nvCxnSpPr>
              <p:cNvPr id="317" name="Google Shape;317;p6"/>
              <p:cNvCxnSpPr>
                <a:stCxn id="314" idx="7"/>
                <a:endCxn id="318" idx="2"/>
              </p:cNvCxnSpPr>
              <p:nvPr/>
            </p:nvCxnSpPr>
            <p:spPr>
              <a:xfrm rot="10800000" flipH="1">
                <a:off x="936740" y="3228"/>
                <a:ext cx="518100" cy="24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8" name="Google Shape;318;p6"/>
              <p:cNvSpPr/>
              <p:nvPr/>
            </p:nvSpPr>
            <p:spPr>
              <a:xfrm>
                <a:off x="1454950" y="-75631"/>
                <a:ext cx="157500" cy="157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19" name="Google Shape;319;p6"/>
              <p:cNvSpPr/>
              <p:nvPr/>
            </p:nvSpPr>
            <p:spPr>
              <a:xfrm>
                <a:off x="-149724" y="-192037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20" name="Google Shape;320;p6"/>
              <p:cNvSpPr/>
              <p:nvPr/>
            </p:nvSpPr>
            <p:spPr>
              <a:xfrm>
                <a:off x="253800" y="229191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14" name="Google Shape;314;p6"/>
              <p:cNvSpPr/>
              <p:nvPr/>
            </p:nvSpPr>
            <p:spPr>
              <a:xfrm>
                <a:off x="810500" y="222169"/>
                <a:ext cx="147900" cy="1479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21" name="Google Shape;321;p6"/>
              <p:cNvSpPr/>
              <p:nvPr/>
            </p:nvSpPr>
            <p:spPr>
              <a:xfrm>
                <a:off x="64625" y="886726"/>
                <a:ext cx="147900" cy="1479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22" name="Google Shape;322;p6"/>
              <p:cNvSpPr/>
              <p:nvPr/>
            </p:nvSpPr>
            <p:spPr>
              <a:xfrm>
                <a:off x="368276" y="1058087"/>
                <a:ext cx="86700" cy="867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23" name="Google Shape;323;p6"/>
              <p:cNvCxnSpPr>
                <a:stCxn id="322" idx="4"/>
                <a:endCxn id="320" idx="0"/>
              </p:cNvCxnSpPr>
              <p:nvPr/>
            </p:nvCxnSpPr>
            <p:spPr>
              <a:xfrm flipH="1">
                <a:off x="332426" y="1144787"/>
                <a:ext cx="79200" cy="1147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" name="Google Shape;324;p6"/>
              <p:cNvCxnSpPr>
                <a:stCxn id="321" idx="4"/>
                <a:endCxn id="320" idx="0"/>
              </p:cNvCxnSpPr>
              <p:nvPr/>
            </p:nvCxnSpPr>
            <p:spPr>
              <a:xfrm>
                <a:off x="138575" y="1034626"/>
                <a:ext cx="194100" cy="1257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" name="Google Shape;325;p6"/>
              <p:cNvCxnSpPr>
                <a:stCxn id="321" idx="5"/>
                <a:endCxn id="322" idx="1"/>
              </p:cNvCxnSpPr>
              <p:nvPr/>
            </p:nvCxnSpPr>
            <p:spPr>
              <a:xfrm>
                <a:off x="190866" y="1012967"/>
                <a:ext cx="190200" cy="57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" name="Google Shape;326;p6"/>
              <p:cNvCxnSpPr>
                <a:stCxn id="321" idx="0"/>
                <a:endCxn id="319" idx="4"/>
              </p:cNvCxnSpPr>
              <p:nvPr/>
            </p:nvCxnSpPr>
            <p:spPr>
              <a:xfrm rot="10800000">
                <a:off x="-99625" y="-92174"/>
                <a:ext cx="238200" cy="97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" name="Google Shape;327;p6"/>
              <p:cNvCxnSpPr>
                <a:stCxn id="321" idx="0"/>
                <a:endCxn id="313" idx="3"/>
              </p:cNvCxnSpPr>
              <p:nvPr/>
            </p:nvCxnSpPr>
            <p:spPr>
              <a:xfrm rot="10800000" flipH="1">
                <a:off x="138575" y="443626"/>
                <a:ext cx="209100" cy="443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8" name="Google Shape;328;p6"/>
              <p:cNvCxnSpPr>
                <a:stCxn id="319" idx="5"/>
                <a:endCxn id="313" idx="1"/>
              </p:cNvCxnSpPr>
              <p:nvPr/>
            </p:nvCxnSpPr>
            <p:spPr>
              <a:xfrm>
                <a:off x="-64454" y="-106767"/>
                <a:ext cx="412200" cy="48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" name="Google Shape;329;p6"/>
              <p:cNvCxnSpPr>
                <a:stCxn id="319" idx="6"/>
                <a:endCxn id="318" idx="2"/>
              </p:cNvCxnSpPr>
              <p:nvPr/>
            </p:nvCxnSpPr>
            <p:spPr>
              <a:xfrm>
                <a:off x="-49824" y="-142087"/>
                <a:ext cx="1504800" cy="14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" name="Google Shape;330;p6"/>
              <p:cNvCxnSpPr>
                <a:stCxn id="314" idx="1"/>
                <a:endCxn id="319" idx="5"/>
              </p:cNvCxnSpPr>
              <p:nvPr/>
            </p:nvCxnSpPr>
            <p:spPr>
              <a:xfrm rot="10800000">
                <a:off x="-64541" y="-106872"/>
                <a:ext cx="896700" cy="35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" name="Google Shape;331;p6"/>
              <p:cNvCxnSpPr>
                <a:stCxn id="322" idx="0"/>
                <a:endCxn id="313" idx="4"/>
              </p:cNvCxnSpPr>
              <p:nvPr/>
            </p:nvCxnSpPr>
            <p:spPr>
              <a:xfrm rot="10800000">
                <a:off x="378326" y="456587"/>
                <a:ext cx="33300" cy="60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" name="Google Shape;332;p6"/>
              <p:cNvCxnSpPr>
                <a:stCxn id="322" idx="0"/>
                <a:endCxn id="314" idx="3"/>
              </p:cNvCxnSpPr>
              <p:nvPr/>
            </p:nvCxnSpPr>
            <p:spPr>
              <a:xfrm rot="10800000" flipH="1">
                <a:off x="411626" y="348287"/>
                <a:ext cx="420600" cy="709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3" name="Google Shape;313;p6"/>
              <p:cNvSpPr/>
              <p:nvPr/>
            </p:nvSpPr>
            <p:spPr>
              <a:xfrm>
                <a:off x="335101" y="369758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333" name="Google Shape;333;p6"/>
            <p:cNvGrpSpPr/>
            <p:nvPr/>
          </p:nvGrpSpPr>
          <p:grpSpPr>
            <a:xfrm>
              <a:off x="7337626" y="2995575"/>
              <a:ext cx="2254049" cy="2509875"/>
              <a:chOff x="7261426" y="2919375"/>
              <a:chExt cx="2254049" cy="2509875"/>
            </a:xfrm>
          </p:grpSpPr>
          <p:sp>
            <p:nvSpPr>
              <p:cNvPr id="334" name="Google Shape;334;p6"/>
              <p:cNvSpPr/>
              <p:nvPr/>
            </p:nvSpPr>
            <p:spPr>
              <a:xfrm rot="10800000">
                <a:off x="7261426" y="4782419"/>
                <a:ext cx="157500" cy="157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5" name="Google Shape;335;p6"/>
              <p:cNvSpPr/>
              <p:nvPr/>
            </p:nvSpPr>
            <p:spPr>
              <a:xfrm rot="10800000">
                <a:off x="8680175" y="3577975"/>
                <a:ext cx="99900" cy="999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6" name="Google Shape;336;p6"/>
              <p:cNvSpPr/>
              <p:nvPr/>
            </p:nvSpPr>
            <p:spPr>
              <a:xfrm rot="10800000">
                <a:off x="8751276" y="48509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7" name="Google Shape;337;p6"/>
              <p:cNvSpPr/>
              <p:nvPr/>
            </p:nvSpPr>
            <p:spPr>
              <a:xfrm rot="10800000">
                <a:off x="7746475" y="5224950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8" name="Google Shape;338;p6"/>
              <p:cNvSpPr/>
              <p:nvPr/>
            </p:nvSpPr>
            <p:spPr>
              <a:xfrm rot="10800000">
                <a:off x="8236400" y="4653675"/>
                <a:ext cx="137400" cy="137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9" name="Google Shape;339;p6"/>
              <p:cNvSpPr/>
              <p:nvPr/>
            </p:nvSpPr>
            <p:spPr>
              <a:xfrm rot="10800000">
                <a:off x="8814525" y="4221650"/>
                <a:ext cx="129900" cy="130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40" name="Google Shape;340;p6"/>
              <p:cNvSpPr/>
              <p:nvPr/>
            </p:nvSpPr>
            <p:spPr>
              <a:xfrm rot="10800000">
                <a:off x="8879025" y="2919375"/>
                <a:ext cx="141600" cy="1416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41" name="Google Shape;341;p6"/>
              <p:cNvCxnSpPr>
                <a:stCxn id="340" idx="7"/>
                <a:endCxn id="335" idx="4"/>
              </p:cNvCxnSpPr>
              <p:nvPr/>
            </p:nvCxnSpPr>
            <p:spPr>
              <a:xfrm flipH="1">
                <a:off x="8730262" y="3040238"/>
                <a:ext cx="169500" cy="53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" name="Google Shape;342;p6"/>
              <p:cNvCxnSpPr>
                <a:stCxn id="335" idx="0"/>
                <a:endCxn id="339" idx="5"/>
              </p:cNvCxnSpPr>
              <p:nvPr/>
            </p:nvCxnSpPr>
            <p:spPr>
              <a:xfrm>
                <a:off x="8730125" y="3677875"/>
                <a:ext cx="103500" cy="562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3" name="Google Shape;343;p6"/>
              <p:cNvCxnSpPr>
                <a:stCxn id="340" idx="0"/>
                <a:endCxn id="339" idx="4"/>
              </p:cNvCxnSpPr>
              <p:nvPr/>
            </p:nvCxnSpPr>
            <p:spPr>
              <a:xfrm flipH="1">
                <a:off x="8879625" y="3060975"/>
                <a:ext cx="70200" cy="116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4" name="Google Shape;344;p6"/>
              <p:cNvCxnSpPr>
                <a:stCxn id="336" idx="4"/>
                <a:endCxn id="339" idx="0"/>
              </p:cNvCxnSpPr>
              <p:nvPr/>
            </p:nvCxnSpPr>
            <p:spPr>
              <a:xfrm rot="10800000" flipH="1">
                <a:off x="8830026" y="4351769"/>
                <a:ext cx="49500" cy="499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5" name="Google Shape;345;p6"/>
              <p:cNvCxnSpPr>
                <a:stCxn id="338" idx="2"/>
                <a:endCxn id="336" idx="6"/>
              </p:cNvCxnSpPr>
              <p:nvPr/>
            </p:nvCxnSpPr>
            <p:spPr>
              <a:xfrm>
                <a:off x="8373800" y="4722375"/>
                <a:ext cx="377400" cy="207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6" name="Google Shape;346;p6"/>
              <p:cNvCxnSpPr>
                <a:stCxn id="337" idx="2"/>
                <a:endCxn id="336" idx="6"/>
              </p:cNvCxnSpPr>
              <p:nvPr/>
            </p:nvCxnSpPr>
            <p:spPr>
              <a:xfrm rot="10800000" flipH="1">
                <a:off x="7833175" y="4929600"/>
                <a:ext cx="918000" cy="338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7" name="Google Shape;347;p6"/>
              <p:cNvCxnSpPr>
                <a:stCxn id="334" idx="1"/>
                <a:endCxn id="337" idx="5"/>
              </p:cNvCxnSpPr>
              <p:nvPr/>
            </p:nvCxnSpPr>
            <p:spPr>
              <a:xfrm>
                <a:off x="7395861" y="4916854"/>
                <a:ext cx="363300" cy="32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8" name="Google Shape;348;p6"/>
              <p:cNvCxnSpPr>
                <a:stCxn id="334" idx="2"/>
                <a:endCxn id="338" idx="6"/>
              </p:cNvCxnSpPr>
              <p:nvPr/>
            </p:nvCxnSpPr>
            <p:spPr>
              <a:xfrm rot="10800000" flipH="1">
                <a:off x="7418926" y="4722269"/>
                <a:ext cx="817500" cy="13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9" name="Google Shape;349;p6"/>
              <p:cNvCxnSpPr>
                <a:stCxn id="337" idx="3"/>
                <a:endCxn id="338" idx="7"/>
              </p:cNvCxnSpPr>
              <p:nvPr/>
            </p:nvCxnSpPr>
            <p:spPr>
              <a:xfrm rot="10800000" flipH="1">
                <a:off x="7820478" y="4770847"/>
                <a:ext cx="435900" cy="46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6"/>
              <p:cNvCxnSpPr>
                <a:stCxn id="338" idx="3"/>
                <a:endCxn id="335" idx="7"/>
              </p:cNvCxnSpPr>
              <p:nvPr/>
            </p:nvCxnSpPr>
            <p:spPr>
              <a:xfrm rot="10800000" flipH="1">
                <a:off x="8353678" y="3663097"/>
                <a:ext cx="341100" cy="101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51" name="Google Shape;351;p6"/>
              <p:cNvSpPr/>
              <p:nvPr/>
            </p:nvSpPr>
            <p:spPr>
              <a:xfrm rot="10800000">
                <a:off x="9220200" y="3517875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52" name="Google Shape;352;p6"/>
              <p:cNvCxnSpPr>
                <a:endCxn id="351" idx="5"/>
              </p:cNvCxnSpPr>
              <p:nvPr/>
            </p:nvCxnSpPr>
            <p:spPr>
              <a:xfrm>
                <a:off x="9001130" y="3057605"/>
                <a:ext cx="233700" cy="474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6"/>
              <p:cNvCxnSpPr>
                <a:stCxn id="339" idx="3"/>
                <a:endCxn id="351" idx="7"/>
              </p:cNvCxnSpPr>
              <p:nvPr/>
            </p:nvCxnSpPr>
            <p:spPr>
              <a:xfrm rot="10800000" flipH="1">
                <a:off x="8925402" y="3603217"/>
                <a:ext cx="309300" cy="637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54" name="Google Shape;354;p6"/>
              <p:cNvSpPr/>
              <p:nvPr/>
            </p:nvSpPr>
            <p:spPr>
              <a:xfrm rot="10800000">
                <a:off x="9334875" y="5218350"/>
                <a:ext cx="180600" cy="210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55" name="Google Shape;355;p6"/>
              <p:cNvCxnSpPr>
                <a:stCxn id="339" idx="1"/>
                <a:endCxn id="354" idx="5"/>
              </p:cNvCxnSpPr>
              <p:nvPr/>
            </p:nvCxnSpPr>
            <p:spPr>
              <a:xfrm>
                <a:off x="8925402" y="4332783"/>
                <a:ext cx="435900" cy="916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6"/>
              <p:cNvCxnSpPr>
                <a:stCxn id="351" idx="0"/>
                <a:endCxn id="354" idx="4"/>
              </p:cNvCxnSpPr>
              <p:nvPr/>
            </p:nvCxnSpPr>
            <p:spPr>
              <a:xfrm>
                <a:off x="9270150" y="3617775"/>
                <a:ext cx="155100" cy="1600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6"/>
              <p:cNvCxnSpPr>
                <a:stCxn id="336" idx="2"/>
                <a:endCxn id="354" idx="6"/>
              </p:cNvCxnSpPr>
              <p:nvPr/>
            </p:nvCxnSpPr>
            <p:spPr>
              <a:xfrm>
                <a:off x="8908776" y="4929719"/>
                <a:ext cx="426000" cy="394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6"/>
              <p:cNvCxnSpPr>
                <a:stCxn id="337" idx="2"/>
                <a:endCxn id="354" idx="6"/>
              </p:cNvCxnSpPr>
              <p:nvPr/>
            </p:nvCxnSpPr>
            <p:spPr>
              <a:xfrm>
                <a:off x="7833175" y="5268300"/>
                <a:ext cx="1501800" cy="5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6"/>
              <p:cNvCxnSpPr>
                <a:stCxn id="334" idx="2"/>
                <a:endCxn id="336" idx="6"/>
              </p:cNvCxnSpPr>
              <p:nvPr/>
            </p:nvCxnSpPr>
            <p:spPr>
              <a:xfrm>
                <a:off x="7418926" y="4861169"/>
                <a:ext cx="1332300" cy="68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6"/>
          <p:cNvGrpSpPr/>
          <p:nvPr/>
        </p:nvGrpSpPr>
        <p:grpSpPr>
          <a:xfrm>
            <a:off x="194975" y="681525"/>
            <a:ext cx="8770525" cy="4318100"/>
            <a:chOff x="194975" y="681525"/>
            <a:chExt cx="8770525" cy="4318100"/>
          </a:xfrm>
        </p:grpSpPr>
        <p:grpSp>
          <p:nvGrpSpPr>
            <p:cNvPr id="361" name="Google Shape;361;p6"/>
            <p:cNvGrpSpPr/>
            <p:nvPr/>
          </p:nvGrpSpPr>
          <p:grpSpPr>
            <a:xfrm>
              <a:off x="194975" y="4436050"/>
              <a:ext cx="462250" cy="563575"/>
              <a:chOff x="140150" y="4340075"/>
              <a:chExt cx="462250" cy="563575"/>
            </a:xfrm>
          </p:grpSpPr>
          <p:sp>
            <p:nvSpPr>
              <p:cNvPr id="362" name="Google Shape;362;p6"/>
              <p:cNvSpPr/>
              <p:nvPr/>
            </p:nvSpPr>
            <p:spPr>
              <a:xfrm rot="10800000">
                <a:off x="140150" y="43400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3" name="Google Shape;363;p6"/>
              <p:cNvSpPr/>
              <p:nvPr/>
            </p:nvSpPr>
            <p:spPr>
              <a:xfrm rot="10800000">
                <a:off x="298325" y="4657175"/>
                <a:ext cx="140100" cy="1401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4" name="Google Shape;364;p6"/>
              <p:cNvSpPr/>
              <p:nvPr/>
            </p:nvSpPr>
            <p:spPr>
              <a:xfrm rot="10800000">
                <a:off x="495000" y="4796250"/>
                <a:ext cx="107400" cy="107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5" name="Google Shape;365;p6"/>
              <p:cNvSpPr/>
              <p:nvPr/>
            </p:nvSpPr>
            <p:spPr>
              <a:xfrm rot="10800000">
                <a:off x="165050" y="4657175"/>
                <a:ext cx="51300" cy="513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366" name="Google Shape;366;p6"/>
            <p:cNvGrpSpPr/>
            <p:nvPr/>
          </p:nvGrpSpPr>
          <p:grpSpPr>
            <a:xfrm>
              <a:off x="8667225" y="681525"/>
              <a:ext cx="298275" cy="322675"/>
              <a:chOff x="8667225" y="681525"/>
              <a:chExt cx="298275" cy="322675"/>
            </a:xfrm>
          </p:grpSpPr>
          <p:sp>
            <p:nvSpPr>
              <p:cNvPr id="367" name="Google Shape;367;p6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8" name="Google Shape;368;p6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9" name="Google Shape;369;p6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1_1"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780" name="Google Shape;780;p15"/>
          <p:cNvGrpSpPr/>
          <p:nvPr/>
        </p:nvGrpSpPr>
        <p:grpSpPr>
          <a:xfrm>
            <a:off x="119476" y="1141150"/>
            <a:ext cx="7318880" cy="3862644"/>
            <a:chOff x="119476" y="1141150"/>
            <a:chExt cx="7318880" cy="3862644"/>
          </a:xfrm>
        </p:grpSpPr>
        <p:grpSp>
          <p:nvGrpSpPr>
            <p:cNvPr id="781" name="Google Shape;781;p15"/>
            <p:cNvGrpSpPr/>
            <p:nvPr/>
          </p:nvGrpSpPr>
          <p:grpSpPr>
            <a:xfrm rot="10800000">
              <a:off x="119476" y="1141150"/>
              <a:ext cx="298275" cy="322675"/>
              <a:chOff x="8667225" y="681525"/>
              <a:chExt cx="298275" cy="322675"/>
            </a:xfrm>
          </p:grpSpPr>
          <p:sp>
            <p:nvSpPr>
              <p:cNvPr id="782" name="Google Shape;782;p15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3" name="Google Shape;783;p15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4" name="Google Shape;784;p15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785" name="Google Shape;785;p15"/>
            <p:cNvGrpSpPr/>
            <p:nvPr/>
          </p:nvGrpSpPr>
          <p:grpSpPr>
            <a:xfrm rot="-5139163">
              <a:off x="6960991" y="4509560"/>
              <a:ext cx="254304" cy="683114"/>
              <a:chOff x="140150" y="4353245"/>
              <a:chExt cx="254310" cy="683130"/>
            </a:xfrm>
          </p:grpSpPr>
          <p:sp>
            <p:nvSpPr>
              <p:cNvPr id="786" name="Google Shape;786;p15"/>
              <p:cNvSpPr/>
              <p:nvPr/>
            </p:nvSpPr>
            <p:spPr>
              <a:xfrm rot="10800000">
                <a:off x="140150" y="49496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7" name="Google Shape;787;p15"/>
              <p:cNvSpPr/>
              <p:nvPr/>
            </p:nvSpPr>
            <p:spPr>
              <a:xfrm rot="10800000">
                <a:off x="146360" y="4668727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8" name="Google Shape;788;p15"/>
              <p:cNvSpPr/>
              <p:nvPr/>
            </p:nvSpPr>
            <p:spPr>
              <a:xfrm rot="10800000">
                <a:off x="343160" y="4863902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9" name="Google Shape;789;p15"/>
              <p:cNvSpPr/>
              <p:nvPr/>
            </p:nvSpPr>
            <p:spPr>
              <a:xfrm rot="10800000">
                <a:off x="141945" y="435324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790" name="Google Shape;790;p15"/>
          <p:cNvGrpSpPr/>
          <p:nvPr/>
        </p:nvGrpSpPr>
        <p:grpSpPr>
          <a:xfrm>
            <a:off x="-3264108" y="1062527"/>
            <a:ext cx="12699758" cy="5125916"/>
            <a:chOff x="-3264108" y="1062527"/>
            <a:chExt cx="12699758" cy="5125916"/>
          </a:xfrm>
        </p:grpSpPr>
        <p:grpSp>
          <p:nvGrpSpPr>
            <p:cNvPr id="791" name="Google Shape;791;p15"/>
            <p:cNvGrpSpPr/>
            <p:nvPr/>
          </p:nvGrpSpPr>
          <p:grpSpPr>
            <a:xfrm rot="10800000">
              <a:off x="7825876" y="2716263"/>
              <a:ext cx="1609774" cy="2641456"/>
              <a:chOff x="-225924" y="-192037"/>
              <a:chExt cx="1609774" cy="2641456"/>
            </a:xfrm>
          </p:grpSpPr>
          <p:cxnSp>
            <p:nvCxnSpPr>
              <p:cNvPr id="792" name="Google Shape;792;p15"/>
              <p:cNvCxnSpPr>
                <a:stCxn id="793" idx="7"/>
                <a:endCxn id="794" idx="2"/>
              </p:cNvCxnSpPr>
              <p:nvPr/>
            </p:nvCxnSpPr>
            <p:spPr>
              <a:xfrm rot="10800000" flipH="1">
                <a:off x="332904" y="155655"/>
                <a:ext cx="893400" cy="22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4" name="Google Shape;794;p15"/>
              <p:cNvSpPr/>
              <p:nvPr/>
            </p:nvSpPr>
            <p:spPr>
              <a:xfrm>
                <a:off x="1226350" y="767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5" name="Google Shape;795;p15"/>
              <p:cNvSpPr/>
              <p:nvPr/>
            </p:nvSpPr>
            <p:spPr>
              <a:xfrm>
                <a:off x="-225924" y="-192037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6" name="Google Shape;796;p15"/>
              <p:cNvSpPr/>
              <p:nvPr/>
            </p:nvSpPr>
            <p:spPr>
              <a:xfrm>
                <a:off x="177600" y="229191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7" name="Google Shape;797;p15"/>
              <p:cNvSpPr/>
              <p:nvPr/>
            </p:nvSpPr>
            <p:spPr>
              <a:xfrm>
                <a:off x="734301" y="222187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8" name="Google Shape;798;p15"/>
              <p:cNvSpPr/>
              <p:nvPr/>
            </p:nvSpPr>
            <p:spPr>
              <a:xfrm>
                <a:off x="49626" y="886737"/>
                <a:ext cx="86700" cy="867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9" name="Google Shape;799;p15"/>
              <p:cNvSpPr/>
              <p:nvPr/>
            </p:nvSpPr>
            <p:spPr>
              <a:xfrm>
                <a:off x="292075" y="1058069"/>
                <a:ext cx="147900" cy="147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00" name="Google Shape;800;p15"/>
              <p:cNvCxnSpPr>
                <a:stCxn id="799" idx="4"/>
                <a:endCxn id="796" idx="0"/>
              </p:cNvCxnSpPr>
              <p:nvPr/>
            </p:nvCxnSpPr>
            <p:spPr>
              <a:xfrm flipH="1">
                <a:off x="256225" y="1205969"/>
                <a:ext cx="109800" cy="108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1" name="Google Shape;801;p15"/>
              <p:cNvCxnSpPr>
                <a:stCxn id="798" idx="4"/>
                <a:endCxn id="796" idx="0"/>
              </p:cNvCxnSpPr>
              <p:nvPr/>
            </p:nvCxnSpPr>
            <p:spPr>
              <a:xfrm>
                <a:off x="92976" y="973437"/>
                <a:ext cx="163500" cy="1318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2" name="Google Shape;802;p15"/>
              <p:cNvCxnSpPr>
                <a:stCxn id="798" idx="5"/>
                <a:endCxn id="799" idx="1"/>
              </p:cNvCxnSpPr>
              <p:nvPr/>
            </p:nvCxnSpPr>
            <p:spPr>
              <a:xfrm>
                <a:off x="123629" y="960741"/>
                <a:ext cx="190200" cy="11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3" name="Google Shape;803;p15"/>
              <p:cNvCxnSpPr>
                <a:stCxn id="798" idx="0"/>
                <a:endCxn id="795" idx="4"/>
              </p:cNvCxnSpPr>
              <p:nvPr/>
            </p:nvCxnSpPr>
            <p:spPr>
              <a:xfrm rot="10800000">
                <a:off x="-176124" y="-92163"/>
                <a:ext cx="269100" cy="97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4" name="Google Shape;804;p15"/>
              <p:cNvCxnSpPr>
                <a:stCxn id="798" idx="7"/>
                <a:endCxn id="793" idx="3"/>
              </p:cNvCxnSpPr>
              <p:nvPr/>
            </p:nvCxnSpPr>
            <p:spPr>
              <a:xfrm rot="10800000" flipH="1">
                <a:off x="123629" y="443734"/>
                <a:ext cx="147900" cy="455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5" name="Google Shape;805;p15"/>
              <p:cNvCxnSpPr>
                <a:stCxn id="795" idx="5"/>
                <a:endCxn id="793" idx="1"/>
              </p:cNvCxnSpPr>
              <p:nvPr/>
            </p:nvCxnSpPr>
            <p:spPr>
              <a:xfrm>
                <a:off x="-140654" y="-106767"/>
                <a:ext cx="412200" cy="48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6" name="Google Shape;806;p15"/>
              <p:cNvCxnSpPr>
                <a:stCxn id="795" idx="6"/>
                <a:endCxn id="794" idx="2"/>
              </p:cNvCxnSpPr>
              <p:nvPr/>
            </p:nvCxnSpPr>
            <p:spPr>
              <a:xfrm>
                <a:off x="-126024" y="-142087"/>
                <a:ext cx="1352400" cy="29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7" name="Google Shape;807;p15"/>
              <p:cNvCxnSpPr>
                <a:stCxn id="797" idx="2"/>
                <a:endCxn id="795" idx="5"/>
              </p:cNvCxnSpPr>
              <p:nvPr/>
            </p:nvCxnSpPr>
            <p:spPr>
              <a:xfrm rot="10800000">
                <a:off x="-140799" y="-106763"/>
                <a:ext cx="875100" cy="372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8" name="Google Shape;808;p15"/>
              <p:cNvCxnSpPr>
                <a:stCxn id="799" idx="0"/>
                <a:endCxn id="793" idx="4"/>
              </p:cNvCxnSpPr>
              <p:nvPr/>
            </p:nvCxnSpPr>
            <p:spPr>
              <a:xfrm rot="10800000">
                <a:off x="302125" y="456569"/>
                <a:ext cx="63900" cy="60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9" name="Google Shape;809;p15"/>
              <p:cNvCxnSpPr>
                <a:stCxn id="799" idx="0"/>
                <a:endCxn id="797" idx="3"/>
              </p:cNvCxnSpPr>
              <p:nvPr/>
            </p:nvCxnSpPr>
            <p:spPr>
              <a:xfrm rot="10800000" flipH="1">
                <a:off x="366025" y="296069"/>
                <a:ext cx="381000" cy="76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3" name="Google Shape;793;p15"/>
              <p:cNvSpPr/>
              <p:nvPr/>
            </p:nvSpPr>
            <p:spPr>
              <a:xfrm>
                <a:off x="258901" y="369758"/>
                <a:ext cx="86700" cy="86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810" name="Google Shape;810;p15"/>
            <p:cNvGrpSpPr/>
            <p:nvPr/>
          </p:nvGrpSpPr>
          <p:grpSpPr>
            <a:xfrm rot="2030497">
              <a:off x="-2581586" y="1819329"/>
              <a:ext cx="3816850" cy="3612312"/>
              <a:chOff x="-100549" y="47919"/>
              <a:chExt cx="4607849" cy="4360923"/>
            </a:xfrm>
          </p:grpSpPr>
          <p:sp>
            <p:nvSpPr>
              <p:cNvPr id="811" name="Google Shape;811;p15"/>
              <p:cNvSpPr/>
              <p:nvPr/>
            </p:nvSpPr>
            <p:spPr>
              <a:xfrm rot="10800000">
                <a:off x="4076800" y="2467368"/>
                <a:ext cx="234600" cy="234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2" name="Google Shape;812;p15"/>
              <p:cNvSpPr/>
              <p:nvPr/>
            </p:nvSpPr>
            <p:spPr>
              <a:xfrm rot="10800000">
                <a:off x="1137802" y="3577294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3" name="Google Shape;813;p15"/>
              <p:cNvSpPr/>
              <p:nvPr/>
            </p:nvSpPr>
            <p:spPr>
              <a:xfrm rot="10800000">
                <a:off x="1731851" y="997900"/>
                <a:ext cx="484500" cy="484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4" name="Google Shape;814;p15"/>
              <p:cNvSpPr/>
              <p:nvPr/>
            </p:nvSpPr>
            <p:spPr>
              <a:xfrm rot="10800000">
                <a:off x="2254926" y="2505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5" name="Google Shape;815;p15"/>
              <p:cNvSpPr/>
              <p:nvPr/>
            </p:nvSpPr>
            <p:spPr>
              <a:xfrm rot="10800000">
                <a:off x="3685300" y="3636544"/>
                <a:ext cx="116100" cy="116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6" name="Google Shape;816;p15"/>
              <p:cNvSpPr/>
              <p:nvPr/>
            </p:nvSpPr>
            <p:spPr>
              <a:xfrm rot="10800000">
                <a:off x="2254926" y="39039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7" name="Google Shape;817;p15"/>
              <p:cNvSpPr/>
              <p:nvPr/>
            </p:nvSpPr>
            <p:spPr>
              <a:xfrm rot="10800000">
                <a:off x="3125451" y="1436544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8" name="Google Shape;818;p15"/>
              <p:cNvSpPr/>
              <p:nvPr/>
            </p:nvSpPr>
            <p:spPr>
              <a:xfrm rot="10800000">
                <a:off x="447667" y="2351269"/>
                <a:ext cx="116100" cy="116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19" name="Google Shape;819;p15"/>
              <p:cNvCxnSpPr>
                <a:stCxn id="815" idx="5"/>
                <a:endCxn id="814" idx="1"/>
              </p:cNvCxnSpPr>
              <p:nvPr/>
            </p:nvCxnSpPr>
            <p:spPr>
              <a:xfrm rot="8769356">
                <a:off x="2782616" y="2360623"/>
                <a:ext cx="526274" cy="157274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0" name="Google Shape;820;p15"/>
              <p:cNvCxnSpPr>
                <a:stCxn id="816" idx="4"/>
                <a:endCxn id="814" idx="0"/>
              </p:cNvCxnSpPr>
              <p:nvPr/>
            </p:nvCxnSpPr>
            <p:spPr>
              <a:xfrm rot="8769075" flipH="1">
                <a:off x="1988166" y="2768320"/>
                <a:ext cx="691020" cy="103049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1" name="Google Shape;821;p15"/>
              <p:cNvCxnSpPr>
                <a:stCxn id="811" idx="6"/>
                <a:endCxn id="814" idx="2"/>
              </p:cNvCxnSpPr>
              <p:nvPr/>
            </p:nvCxnSpPr>
            <p:spPr>
              <a:xfrm rot="8769491">
                <a:off x="2553455" y="2121214"/>
                <a:ext cx="1382290" cy="92690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2" name="Google Shape;822;p15"/>
              <p:cNvCxnSpPr>
                <a:stCxn id="811" idx="0"/>
                <a:endCxn id="815" idx="3"/>
              </p:cNvCxnSpPr>
              <p:nvPr/>
            </p:nvCxnSpPr>
            <p:spPr>
              <a:xfrm rot="-2030280" flipH="1">
                <a:off x="3554311" y="2896576"/>
                <a:ext cx="870078" cy="56238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3" name="Google Shape;823;p15"/>
              <p:cNvCxnSpPr>
                <a:stCxn id="815" idx="7"/>
                <a:endCxn id="816" idx="2"/>
              </p:cNvCxnSpPr>
              <p:nvPr/>
            </p:nvCxnSpPr>
            <p:spPr>
              <a:xfrm rot="8769605">
                <a:off x="2452857" y="3602445"/>
                <a:ext cx="1208890" cy="51329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4" name="Google Shape;824;p15"/>
              <p:cNvCxnSpPr>
                <a:stCxn id="816" idx="6"/>
                <a:endCxn id="812" idx="1"/>
              </p:cNvCxnSpPr>
              <p:nvPr/>
            </p:nvCxnSpPr>
            <p:spPr>
              <a:xfrm rot="8768875">
                <a:off x="1472857" y="3539834"/>
                <a:ext cx="647338" cy="68086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5" name="Google Shape;825;p15"/>
              <p:cNvCxnSpPr>
                <a:stCxn id="814" idx="7"/>
                <a:endCxn id="812" idx="3"/>
              </p:cNvCxnSpPr>
              <p:nvPr/>
            </p:nvCxnSpPr>
            <p:spPr>
              <a:xfrm rot="-2030278" flipH="1">
                <a:off x="1147266" y="2984238"/>
                <a:ext cx="1321550" cy="28323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6" name="Google Shape;826;p15"/>
              <p:cNvCxnSpPr>
                <a:stCxn id="811" idx="5"/>
                <a:endCxn id="817" idx="1"/>
              </p:cNvCxnSpPr>
              <p:nvPr/>
            </p:nvCxnSpPr>
            <p:spPr>
              <a:xfrm rot="8769493">
                <a:off x="3591334" y="1412692"/>
                <a:ext cx="188543" cy="124716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7" name="Google Shape;827;p15"/>
              <p:cNvCxnSpPr>
                <a:stCxn id="817" idx="7"/>
                <a:endCxn id="814" idx="3"/>
              </p:cNvCxnSpPr>
              <p:nvPr/>
            </p:nvCxnSpPr>
            <p:spPr>
              <a:xfrm rot="-2030495" flipH="1">
                <a:off x="2186803" y="1863549"/>
                <a:ext cx="1164126" cy="37276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8" name="Google Shape;828;p15"/>
              <p:cNvCxnSpPr>
                <a:stCxn id="817" idx="5"/>
                <a:endCxn id="813" idx="2"/>
              </p:cNvCxnSpPr>
              <p:nvPr/>
            </p:nvCxnSpPr>
            <p:spPr>
              <a:xfrm rot="8769821">
                <a:off x="2356510" y="999099"/>
                <a:ext cx="651914" cy="701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9" name="Google Shape;829;p15"/>
              <p:cNvCxnSpPr>
                <a:stCxn id="813" idx="0"/>
                <a:endCxn id="814" idx="5"/>
              </p:cNvCxnSpPr>
              <p:nvPr/>
            </p:nvCxnSpPr>
            <p:spPr>
              <a:xfrm rot="-2029195" flipH="1">
                <a:off x="1960847" y="1486358"/>
                <a:ext cx="330408" cy="10384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0" name="Google Shape;830;p15"/>
              <p:cNvCxnSpPr>
                <a:stCxn id="813" idx="7"/>
                <a:endCxn id="818" idx="3"/>
              </p:cNvCxnSpPr>
              <p:nvPr/>
            </p:nvCxnSpPr>
            <p:spPr>
              <a:xfrm rot="-2030477" flipH="1">
                <a:off x="386634" y="1842270"/>
                <a:ext cx="1576242" cy="9535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1" name="Google Shape;831;p15"/>
              <p:cNvCxnSpPr>
                <a:stCxn id="814" idx="6"/>
                <a:endCxn id="818" idx="2"/>
              </p:cNvCxnSpPr>
              <p:nvPr/>
            </p:nvCxnSpPr>
            <p:spPr>
              <a:xfrm rot="8769842">
                <a:off x="755690" y="1953080"/>
                <a:ext cx="1307072" cy="108757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2" name="Google Shape;832;p15"/>
              <p:cNvCxnSpPr>
                <a:stCxn id="818" idx="0"/>
                <a:endCxn id="812" idx="5"/>
              </p:cNvCxnSpPr>
              <p:nvPr/>
            </p:nvCxnSpPr>
            <p:spPr>
              <a:xfrm rot="-2024821" flipH="1">
                <a:off x="797015" y="2378694"/>
                <a:ext cx="83704" cy="132155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3" name="Google Shape;833;p15"/>
              <p:cNvCxnSpPr>
                <a:stCxn id="815" idx="4"/>
                <a:endCxn id="813" idx="1"/>
              </p:cNvCxnSpPr>
              <p:nvPr/>
            </p:nvCxnSpPr>
            <p:spPr>
              <a:xfrm rot="8775347">
                <a:off x="2900285" y="1155017"/>
                <a:ext cx="88031" cy="273795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4" name="Google Shape;834;p15"/>
              <p:cNvCxnSpPr>
                <a:stCxn id="812" idx="4"/>
                <a:endCxn id="813" idx="7"/>
              </p:cNvCxnSpPr>
              <p:nvPr/>
            </p:nvCxnSpPr>
            <p:spPr>
              <a:xfrm rot="8769813" flipH="1">
                <a:off x="698488" y="1747510"/>
                <a:ext cx="1661027" cy="149386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5" name="Google Shape;835;p15"/>
              <p:cNvCxnSpPr>
                <a:stCxn id="811" idx="5"/>
                <a:endCxn id="813" idx="1"/>
              </p:cNvCxnSpPr>
              <p:nvPr/>
            </p:nvCxnSpPr>
            <p:spPr>
              <a:xfrm rot="8769113">
                <a:off x="2615603" y="956497"/>
                <a:ext cx="1025506" cy="200025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36" name="Google Shape;836;p15"/>
              <p:cNvSpPr/>
              <p:nvPr/>
            </p:nvSpPr>
            <p:spPr>
              <a:xfrm rot="10800000">
                <a:off x="873701" y="691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37" name="Google Shape;837;p15"/>
              <p:cNvCxnSpPr>
                <a:stCxn id="818" idx="4"/>
                <a:endCxn id="836" idx="7"/>
              </p:cNvCxnSpPr>
              <p:nvPr/>
            </p:nvCxnSpPr>
            <p:spPr>
              <a:xfrm rot="8769580" flipH="1">
                <a:off x="114237" y="1064376"/>
                <a:ext cx="1173861" cy="10488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8" name="Google Shape;838;p15"/>
              <p:cNvCxnSpPr>
                <a:stCxn id="836" idx="2"/>
                <a:endCxn id="813" idx="5"/>
              </p:cNvCxnSpPr>
              <p:nvPr/>
            </p:nvCxnSpPr>
            <p:spPr>
              <a:xfrm rot="-2029235">
                <a:off x="1179725" y="581031"/>
                <a:ext cx="474852" cy="67737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9" name="Google Shape;839;p15"/>
              <p:cNvCxnSpPr>
                <a:stCxn id="836" idx="0"/>
                <a:endCxn id="812" idx="4"/>
              </p:cNvCxnSpPr>
              <p:nvPr/>
            </p:nvCxnSpPr>
            <p:spPr>
              <a:xfrm rot="-2030204" flipH="1">
                <a:off x="469943" y="996108"/>
                <a:ext cx="1267716" cy="2434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0" name="Google Shape;840;p15"/>
              <p:cNvCxnSpPr>
                <a:stCxn id="836" idx="1"/>
                <a:endCxn id="814" idx="5"/>
              </p:cNvCxnSpPr>
              <p:nvPr/>
            </p:nvCxnSpPr>
            <p:spPr>
              <a:xfrm rot="-2032139">
                <a:off x="1589793" y="616894"/>
                <a:ext cx="106586" cy="212132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41" name="Google Shape;841;p15"/>
              <p:cNvSpPr/>
              <p:nvPr/>
            </p:nvSpPr>
            <p:spPr>
              <a:xfrm rot="10800000">
                <a:off x="2346923" y="285337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42" name="Google Shape;842;p15"/>
              <p:cNvCxnSpPr>
                <a:stCxn id="836" idx="2"/>
                <a:endCxn id="841" idx="6"/>
              </p:cNvCxnSpPr>
              <p:nvPr/>
            </p:nvCxnSpPr>
            <p:spPr>
              <a:xfrm rot="-2030441">
                <a:off x="1040224" y="373064"/>
                <a:ext cx="1297753" cy="42701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3" name="Google Shape;843;p15"/>
              <p:cNvCxnSpPr>
                <a:stCxn id="841" idx="1"/>
                <a:endCxn id="817" idx="5"/>
              </p:cNvCxnSpPr>
              <p:nvPr/>
            </p:nvCxnSpPr>
            <p:spPr>
              <a:xfrm rot="-2034703" flipH="1">
                <a:off x="2826258" y="400719"/>
                <a:ext cx="43017" cy="114382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Google Shape;1072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73" name="Google Shape;1073;p19"/>
          <p:cNvSpPr txBox="1">
            <a:spLocks noGrp="1"/>
          </p:cNvSpPr>
          <p:nvPr>
            <p:ph type="subTitle" idx="1"/>
          </p:nvPr>
        </p:nvSpPr>
        <p:spPr>
          <a:xfrm>
            <a:off x="1574375" y="2056793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4" name="Google Shape;1074;p19"/>
          <p:cNvSpPr txBox="1">
            <a:spLocks noGrp="1"/>
          </p:cNvSpPr>
          <p:nvPr>
            <p:ph type="subTitle" idx="2"/>
          </p:nvPr>
        </p:nvSpPr>
        <p:spPr>
          <a:xfrm>
            <a:off x="5500976" y="2056793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5" name="Google Shape;1075;p19"/>
          <p:cNvSpPr txBox="1">
            <a:spLocks noGrp="1"/>
          </p:cNvSpPr>
          <p:nvPr>
            <p:ph type="subTitle" idx="3"/>
          </p:nvPr>
        </p:nvSpPr>
        <p:spPr>
          <a:xfrm>
            <a:off x="1574375" y="3713775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6" name="Google Shape;1076;p19"/>
          <p:cNvSpPr txBox="1">
            <a:spLocks noGrp="1"/>
          </p:cNvSpPr>
          <p:nvPr>
            <p:ph type="subTitle" idx="4"/>
          </p:nvPr>
        </p:nvSpPr>
        <p:spPr>
          <a:xfrm>
            <a:off x="5500976" y="3713775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7" name="Google Shape;1077;p19"/>
          <p:cNvSpPr txBox="1">
            <a:spLocks noGrp="1"/>
          </p:cNvSpPr>
          <p:nvPr>
            <p:ph type="title" idx="5" hasCustomPrompt="1"/>
          </p:nvPr>
        </p:nvSpPr>
        <p:spPr>
          <a:xfrm>
            <a:off x="758225" y="1277225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8" name="Google Shape;1078;p19"/>
          <p:cNvSpPr txBox="1">
            <a:spLocks noGrp="1"/>
          </p:cNvSpPr>
          <p:nvPr>
            <p:ph type="title" idx="6" hasCustomPrompt="1"/>
          </p:nvPr>
        </p:nvSpPr>
        <p:spPr>
          <a:xfrm>
            <a:off x="758225" y="2933700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9" name="Google Shape;1079;p19"/>
          <p:cNvSpPr txBox="1">
            <a:spLocks noGrp="1"/>
          </p:cNvSpPr>
          <p:nvPr>
            <p:ph type="title" idx="7" hasCustomPrompt="1"/>
          </p:nvPr>
        </p:nvSpPr>
        <p:spPr>
          <a:xfrm>
            <a:off x="4685025" y="1277225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80" name="Google Shape;1080;p19"/>
          <p:cNvSpPr txBox="1">
            <a:spLocks noGrp="1"/>
          </p:cNvSpPr>
          <p:nvPr>
            <p:ph type="title" idx="8" hasCustomPrompt="1"/>
          </p:nvPr>
        </p:nvSpPr>
        <p:spPr>
          <a:xfrm>
            <a:off x="4685025" y="2933700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81" name="Google Shape;1081;p19"/>
          <p:cNvSpPr txBox="1">
            <a:spLocks noGrp="1"/>
          </p:cNvSpPr>
          <p:nvPr>
            <p:ph type="subTitle" idx="9"/>
          </p:nvPr>
        </p:nvSpPr>
        <p:spPr>
          <a:xfrm>
            <a:off x="1574375" y="1277225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082" name="Google Shape;1082;p19"/>
          <p:cNvSpPr txBox="1">
            <a:spLocks noGrp="1"/>
          </p:cNvSpPr>
          <p:nvPr>
            <p:ph type="subTitle" idx="13"/>
          </p:nvPr>
        </p:nvSpPr>
        <p:spPr>
          <a:xfrm>
            <a:off x="5500975" y="1277225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083" name="Google Shape;1083;p19"/>
          <p:cNvSpPr txBox="1">
            <a:spLocks noGrp="1"/>
          </p:cNvSpPr>
          <p:nvPr>
            <p:ph type="subTitle" idx="14"/>
          </p:nvPr>
        </p:nvSpPr>
        <p:spPr>
          <a:xfrm>
            <a:off x="1574375" y="2933701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084" name="Google Shape;1084;p19"/>
          <p:cNvSpPr txBox="1">
            <a:spLocks noGrp="1"/>
          </p:cNvSpPr>
          <p:nvPr>
            <p:ph type="subTitle" idx="15"/>
          </p:nvPr>
        </p:nvSpPr>
        <p:spPr>
          <a:xfrm>
            <a:off x="5500975" y="2933701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085" name="Google Shape;1085;p19"/>
          <p:cNvGrpSpPr/>
          <p:nvPr/>
        </p:nvGrpSpPr>
        <p:grpSpPr>
          <a:xfrm>
            <a:off x="119288" y="163238"/>
            <a:ext cx="8837200" cy="4388712"/>
            <a:chOff x="119288" y="163238"/>
            <a:chExt cx="8837200" cy="4388712"/>
          </a:xfrm>
        </p:grpSpPr>
        <p:grpSp>
          <p:nvGrpSpPr>
            <p:cNvPr id="1086" name="Google Shape;1086;p19"/>
            <p:cNvGrpSpPr/>
            <p:nvPr/>
          </p:nvGrpSpPr>
          <p:grpSpPr>
            <a:xfrm rot="10800000" flipH="1">
              <a:off x="8658213" y="4229275"/>
              <a:ext cx="298275" cy="322675"/>
              <a:chOff x="8667225" y="681525"/>
              <a:chExt cx="298275" cy="322675"/>
            </a:xfrm>
          </p:grpSpPr>
          <p:sp>
            <p:nvSpPr>
              <p:cNvPr id="1087" name="Google Shape;1087;p19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88" name="Google Shape;1088;p19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89" name="Google Shape;1089;p19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090" name="Google Shape;1090;p19"/>
            <p:cNvGrpSpPr/>
            <p:nvPr/>
          </p:nvGrpSpPr>
          <p:grpSpPr>
            <a:xfrm rot="10800000" flipH="1">
              <a:off x="119288" y="163238"/>
              <a:ext cx="406275" cy="563575"/>
              <a:chOff x="140150" y="4340075"/>
              <a:chExt cx="406275" cy="563575"/>
            </a:xfrm>
          </p:grpSpPr>
          <p:sp>
            <p:nvSpPr>
              <p:cNvPr id="1091" name="Google Shape;1091;p19"/>
              <p:cNvSpPr/>
              <p:nvPr/>
            </p:nvSpPr>
            <p:spPr>
              <a:xfrm rot="10800000">
                <a:off x="140150" y="43400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2" name="Google Shape;1092;p19"/>
              <p:cNvSpPr/>
              <p:nvPr/>
            </p:nvSpPr>
            <p:spPr>
              <a:xfrm rot="10800000">
                <a:off x="298325" y="4657175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3" name="Google Shape;1093;p19"/>
              <p:cNvSpPr/>
              <p:nvPr/>
            </p:nvSpPr>
            <p:spPr>
              <a:xfrm rot="10800000">
                <a:off x="495125" y="485235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4" name="Google Shape;1094;p19"/>
              <p:cNvSpPr/>
              <p:nvPr/>
            </p:nvSpPr>
            <p:spPr>
              <a:xfrm rot="10800000">
                <a:off x="165050" y="465717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1095" name="Google Shape;1095;p19"/>
          <p:cNvGrpSpPr/>
          <p:nvPr/>
        </p:nvGrpSpPr>
        <p:grpSpPr>
          <a:xfrm>
            <a:off x="-977947" y="-671217"/>
            <a:ext cx="10532835" cy="7946710"/>
            <a:chOff x="-977947" y="-671217"/>
            <a:chExt cx="10532835" cy="7946710"/>
          </a:xfrm>
        </p:grpSpPr>
        <p:grpSp>
          <p:nvGrpSpPr>
            <p:cNvPr id="1096" name="Google Shape;1096;p19"/>
            <p:cNvGrpSpPr/>
            <p:nvPr/>
          </p:nvGrpSpPr>
          <p:grpSpPr>
            <a:xfrm flipH="1">
              <a:off x="6491263" y="-671217"/>
              <a:ext cx="3063625" cy="3321711"/>
              <a:chOff x="-460575" y="-671217"/>
              <a:chExt cx="3063625" cy="3321711"/>
            </a:xfrm>
          </p:grpSpPr>
          <p:cxnSp>
            <p:nvCxnSpPr>
              <p:cNvPr id="1097" name="Google Shape;1097;p19"/>
              <p:cNvCxnSpPr>
                <a:stCxn id="1098" idx="6"/>
                <a:endCxn id="1099" idx="2"/>
              </p:cNvCxnSpPr>
              <p:nvPr/>
            </p:nvCxnSpPr>
            <p:spPr>
              <a:xfrm rot="10800000" flipH="1">
                <a:off x="421801" y="-63292"/>
                <a:ext cx="2023800" cy="476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99" name="Google Shape;1099;p19"/>
              <p:cNvSpPr/>
              <p:nvPr/>
            </p:nvSpPr>
            <p:spPr>
              <a:xfrm>
                <a:off x="2445550" y="-142081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0" name="Google Shape;1100;p19"/>
              <p:cNvSpPr/>
              <p:nvPr/>
            </p:nvSpPr>
            <p:spPr>
              <a:xfrm>
                <a:off x="61646" y="-671217"/>
                <a:ext cx="157500" cy="157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1" name="Google Shape;1101;p19"/>
              <p:cNvSpPr/>
              <p:nvPr/>
            </p:nvSpPr>
            <p:spPr>
              <a:xfrm>
                <a:off x="90425" y="2492994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2" name="Google Shape;1102;p19"/>
              <p:cNvSpPr/>
              <p:nvPr/>
            </p:nvSpPr>
            <p:spPr>
              <a:xfrm>
                <a:off x="125826" y="886737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3" name="Google Shape;1103;p19"/>
              <p:cNvSpPr/>
              <p:nvPr/>
            </p:nvSpPr>
            <p:spPr>
              <a:xfrm>
                <a:off x="382949" y="1317288"/>
                <a:ext cx="143400" cy="157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04" name="Google Shape;1104;p19"/>
              <p:cNvCxnSpPr>
                <a:stCxn id="1103" idx="4"/>
                <a:endCxn id="1101" idx="0"/>
              </p:cNvCxnSpPr>
              <p:nvPr/>
            </p:nvCxnSpPr>
            <p:spPr>
              <a:xfrm flipH="1">
                <a:off x="169049" y="1474788"/>
                <a:ext cx="285600" cy="1018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5" name="Google Shape;1105;p19"/>
              <p:cNvCxnSpPr>
                <a:stCxn id="1102" idx="4"/>
                <a:endCxn id="1101" idx="0"/>
              </p:cNvCxnSpPr>
              <p:nvPr/>
            </p:nvCxnSpPr>
            <p:spPr>
              <a:xfrm>
                <a:off x="169176" y="973437"/>
                <a:ext cx="0" cy="1519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6" name="Google Shape;1106;p19"/>
              <p:cNvCxnSpPr>
                <a:stCxn id="1102" idx="5"/>
                <a:endCxn id="1103" idx="1"/>
              </p:cNvCxnSpPr>
              <p:nvPr/>
            </p:nvCxnSpPr>
            <p:spPr>
              <a:xfrm>
                <a:off x="199829" y="960741"/>
                <a:ext cx="204000" cy="379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7" name="Google Shape;1107;p19"/>
              <p:cNvCxnSpPr>
                <a:stCxn id="1102" idx="0"/>
                <a:endCxn id="1100" idx="4"/>
              </p:cNvCxnSpPr>
              <p:nvPr/>
            </p:nvCxnSpPr>
            <p:spPr>
              <a:xfrm rot="10800000">
                <a:off x="140376" y="-513663"/>
                <a:ext cx="28800" cy="1400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8" name="Google Shape;1108;p19"/>
              <p:cNvCxnSpPr>
                <a:stCxn id="1102" idx="7"/>
                <a:endCxn id="1098" idx="3"/>
              </p:cNvCxnSpPr>
              <p:nvPr/>
            </p:nvCxnSpPr>
            <p:spPr>
              <a:xfrm rot="10800000" flipH="1">
                <a:off x="199829" y="443734"/>
                <a:ext cx="147900" cy="455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9" name="Google Shape;1109;p19"/>
              <p:cNvCxnSpPr>
                <a:stCxn id="1100" idx="5"/>
                <a:endCxn id="1098" idx="0"/>
              </p:cNvCxnSpPr>
              <p:nvPr/>
            </p:nvCxnSpPr>
            <p:spPr>
              <a:xfrm>
                <a:off x="196080" y="-536782"/>
                <a:ext cx="182400" cy="906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0" name="Google Shape;1110;p19"/>
              <p:cNvCxnSpPr>
                <a:stCxn id="1100" idx="6"/>
                <a:endCxn id="1099" idx="2"/>
              </p:cNvCxnSpPr>
              <p:nvPr/>
            </p:nvCxnSpPr>
            <p:spPr>
              <a:xfrm>
                <a:off x="219146" y="-592467"/>
                <a:ext cx="2226300" cy="529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1" name="Google Shape;1111;p19"/>
              <p:cNvCxnSpPr>
                <a:stCxn id="1112" idx="1"/>
                <a:endCxn id="1100" idx="5"/>
              </p:cNvCxnSpPr>
              <p:nvPr/>
            </p:nvCxnSpPr>
            <p:spPr>
              <a:xfrm rot="10800000">
                <a:off x="195958" y="-536780"/>
                <a:ext cx="600600" cy="723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3" name="Google Shape;1113;p19"/>
              <p:cNvCxnSpPr>
                <a:stCxn id="1103" idx="0"/>
                <a:endCxn id="1098" idx="4"/>
              </p:cNvCxnSpPr>
              <p:nvPr/>
            </p:nvCxnSpPr>
            <p:spPr>
              <a:xfrm rot="10800000">
                <a:off x="378449" y="456588"/>
                <a:ext cx="76200" cy="86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4" name="Google Shape;1114;p19"/>
              <p:cNvCxnSpPr>
                <a:stCxn id="1103" idx="0"/>
                <a:endCxn id="1112" idx="3"/>
              </p:cNvCxnSpPr>
              <p:nvPr/>
            </p:nvCxnSpPr>
            <p:spPr>
              <a:xfrm rot="10800000" flipH="1">
                <a:off x="454649" y="268188"/>
                <a:ext cx="342000" cy="104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15" name="Google Shape;1115;p19"/>
              <p:cNvSpPr/>
              <p:nvPr/>
            </p:nvSpPr>
            <p:spPr>
              <a:xfrm>
                <a:off x="987225" y="-92131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16" name="Google Shape;1116;p19"/>
              <p:cNvCxnSpPr>
                <a:stCxn id="1100" idx="5"/>
                <a:endCxn id="1115" idx="1"/>
              </p:cNvCxnSpPr>
              <p:nvPr/>
            </p:nvCxnSpPr>
            <p:spPr>
              <a:xfrm>
                <a:off x="196080" y="-536782"/>
                <a:ext cx="814200" cy="467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7" name="Google Shape;1117;p19"/>
              <p:cNvCxnSpPr>
                <a:stCxn id="1112" idx="7"/>
                <a:endCxn id="1115" idx="3"/>
              </p:cNvCxnSpPr>
              <p:nvPr/>
            </p:nvCxnSpPr>
            <p:spPr>
              <a:xfrm rot="10800000" flipH="1">
                <a:off x="877592" y="42220"/>
                <a:ext cx="132600" cy="144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8" name="Google Shape;1118;p19"/>
              <p:cNvCxnSpPr>
                <a:stCxn id="1115" idx="6"/>
                <a:endCxn id="1099" idx="2"/>
              </p:cNvCxnSpPr>
              <p:nvPr/>
            </p:nvCxnSpPr>
            <p:spPr>
              <a:xfrm rot="10800000" flipH="1">
                <a:off x="1144725" y="-63481"/>
                <a:ext cx="1300800" cy="50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19" name="Google Shape;1119;p19"/>
              <p:cNvSpPr/>
              <p:nvPr/>
            </p:nvSpPr>
            <p:spPr>
              <a:xfrm>
                <a:off x="-460575" y="540519"/>
                <a:ext cx="157500" cy="157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20" name="Google Shape;1120;p19"/>
              <p:cNvCxnSpPr>
                <a:stCxn id="1119" idx="0"/>
                <a:endCxn id="1100" idx="3"/>
              </p:cNvCxnSpPr>
              <p:nvPr/>
            </p:nvCxnSpPr>
            <p:spPr>
              <a:xfrm rot="10800000" flipH="1">
                <a:off x="-381825" y="-536781"/>
                <a:ext cx="466500" cy="1077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1" name="Google Shape;1121;p19"/>
              <p:cNvCxnSpPr>
                <a:stCxn id="1119" idx="6"/>
                <a:endCxn id="1098" idx="3"/>
              </p:cNvCxnSpPr>
              <p:nvPr/>
            </p:nvCxnSpPr>
            <p:spPr>
              <a:xfrm rot="10800000" flipH="1">
                <a:off x="-303075" y="443769"/>
                <a:ext cx="651000" cy="17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2" name="Google Shape;1122;p19"/>
              <p:cNvCxnSpPr>
                <a:stCxn id="1119" idx="5"/>
                <a:endCxn id="1102" idx="1"/>
              </p:cNvCxnSpPr>
              <p:nvPr/>
            </p:nvCxnSpPr>
            <p:spPr>
              <a:xfrm>
                <a:off x="-326140" y="674953"/>
                <a:ext cx="464700" cy="224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3" name="Google Shape;1123;p19"/>
              <p:cNvCxnSpPr>
                <a:stCxn id="1119" idx="5"/>
                <a:endCxn id="1101" idx="1"/>
              </p:cNvCxnSpPr>
              <p:nvPr/>
            </p:nvCxnSpPr>
            <p:spPr>
              <a:xfrm>
                <a:off x="-326140" y="674953"/>
                <a:ext cx="439500" cy="1841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12" name="Google Shape;1112;p19"/>
              <p:cNvSpPr/>
              <p:nvPr/>
            </p:nvSpPr>
            <p:spPr>
              <a:xfrm>
                <a:off x="779775" y="170338"/>
                <a:ext cx="114600" cy="114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8" name="Google Shape;1098;p19"/>
              <p:cNvSpPr/>
              <p:nvPr/>
            </p:nvSpPr>
            <p:spPr>
              <a:xfrm>
                <a:off x="335101" y="369758"/>
                <a:ext cx="86700" cy="867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124" name="Google Shape;1124;p19"/>
            <p:cNvGrpSpPr/>
            <p:nvPr/>
          </p:nvGrpSpPr>
          <p:grpSpPr>
            <a:xfrm rot="339523">
              <a:off x="-863991" y="4569268"/>
              <a:ext cx="4061023" cy="2512132"/>
              <a:chOff x="720013" y="4616655"/>
              <a:chExt cx="4061133" cy="2512200"/>
            </a:xfrm>
          </p:grpSpPr>
          <p:sp>
            <p:nvSpPr>
              <p:cNvPr id="1125" name="Google Shape;1125;p19"/>
              <p:cNvSpPr/>
              <p:nvPr/>
            </p:nvSpPr>
            <p:spPr>
              <a:xfrm rot="-9417549">
                <a:off x="4549660" y="4701311"/>
                <a:ext cx="128773" cy="128773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6" name="Google Shape;1126;p19"/>
              <p:cNvSpPr/>
              <p:nvPr/>
            </p:nvSpPr>
            <p:spPr>
              <a:xfrm rot="-9417549">
                <a:off x="1761182" y="4936441"/>
                <a:ext cx="128773" cy="128773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7" name="Google Shape;1127;p19"/>
              <p:cNvSpPr/>
              <p:nvPr/>
            </p:nvSpPr>
            <p:spPr>
              <a:xfrm rot="-9421326">
                <a:off x="3012797" y="4851722"/>
                <a:ext cx="265897" cy="265897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8" name="Google Shape;1128;p19"/>
              <p:cNvSpPr/>
              <p:nvPr/>
            </p:nvSpPr>
            <p:spPr>
              <a:xfrm rot="-9414352">
                <a:off x="2945862" y="6000076"/>
                <a:ext cx="86426" cy="86426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9" name="Google Shape;1129;p19"/>
              <p:cNvSpPr/>
              <p:nvPr/>
            </p:nvSpPr>
            <p:spPr>
              <a:xfrm rot="-9422930">
                <a:off x="3430718" y="6873877"/>
                <a:ext cx="63855" cy="63855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30" name="Google Shape;1130;p19"/>
              <p:cNvSpPr/>
              <p:nvPr/>
            </p:nvSpPr>
            <p:spPr>
              <a:xfrm rot="-9414352">
                <a:off x="1807960" y="6172505"/>
                <a:ext cx="86426" cy="86426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31" name="Google Shape;1131;p19"/>
              <p:cNvSpPr/>
              <p:nvPr/>
            </p:nvSpPr>
            <p:spPr>
              <a:xfrm rot="-9414352">
                <a:off x="3731053" y="4665484"/>
                <a:ext cx="86426" cy="86426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32" name="Google Shape;1132;p19"/>
              <p:cNvSpPr/>
              <p:nvPr/>
            </p:nvSpPr>
            <p:spPr>
              <a:xfrm rot="-9421558">
                <a:off x="740331" y="4726434"/>
                <a:ext cx="130664" cy="130664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33" name="Google Shape;1133;p19"/>
              <p:cNvCxnSpPr>
                <a:stCxn id="1129" idx="5"/>
                <a:endCxn id="1128" idx="1"/>
              </p:cNvCxnSpPr>
              <p:nvPr/>
            </p:nvCxnSpPr>
            <p:spPr>
              <a:xfrm rot="10460456">
                <a:off x="3045371" y="6063279"/>
                <a:ext cx="365079" cy="83296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4" name="Google Shape;1134;p19"/>
              <p:cNvCxnSpPr>
                <a:stCxn id="1130" idx="4"/>
                <a:endCxn id="1128" idx="7"/>
              </p:cNvCxnSpPr>
              <p:nvPr/>
            </p:nvCxnSpPr>
            <p:spPr>
              <a:xfrm rot="10460763" flipH="1">
                <a:off x="1865029" y="6113097"/>
                <a:ext cx="1087089" cy="934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5" name="Google Shape;1135;p19"/>
              <p:cNvCxnSpPr>
                <a:stCxn id="1125" idx="0"/>
                <a:endCxn id="1129" idx="3"/>
              </p:cNvCxnSpPr>
              <p:nvPr/>
            </p:nvCxnSpPr>
            <p:spPr>
              <a:xfrm rot="-339783" flipH="1">
                <a:off x="3393035" y="4884097"/>
                <a:ext cx="1295121" cy="195080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6" name="Google Shape;1136;p19"/>
              <p:cNvCxnSpPr>
                <a:stCxn id="1129" idx="7"/>
                <a:endCxn id="1130" idx="2"/>
              </p:cNvCxnSpPr>
              <p:nvPr/>
            </p:nvCxnSpPr>
            <p:spPr>
              <a:xfrm rot="10460582">
                <a:off x="1928581" y="6158259"/>
                <a:ext cx="1466944" cy="83386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7" name="Google Shape;1137;p19"/>
              <p:cNvCxnSpPr>
                <a:stCxn id="1130" idx="6"/>
                <a:endCxn id="1126" idx="1"/>
              </p:cNvCxnSpPr>
              <p:nvPr/>
            </p:nvCxnSpPr>
            <p:spPr>
              <a:xfrm rot="10462833" flipH="1">
                <a:off x="1755412" y="5065169"/>
                <a:ext cx="150121" cy="112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8" name="Google Shape;1138;p19"/>
              <p:cNvCxnSpPr>
                <a:stCxn id="1128" idx="5"/>
                <a:endCxn id="1126" idx="1"/>
              </p:cNvCxnSpPr>
              <p:nvPr/>
            </p:nvCxnSpPr>
            <p:spPr>
              <a:xfrm rot="10460368">
                <a:off x="1898704" y="5007487"/>
                <a:ext cx="1024998" cy="104881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9" name="Google Shape;1139;p19"/>
              <p:cNvCxnSpPr>
                <a:stCxn id="1125" idx="6"/>
                <a:endCxn id="1131" idx="3"/>
              </p:cNvCxnSpPr>
              <p:nvPr/>
            </p:nvCxnSpPr>
            <p:spPr>
              <a:xfrm rot="10459888">
                <a:off x="3818606" y="4656348"/>
                <a:ext cx="731979" cy="12059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0" name="Google Shape;1140;p19"/>
              <p:cNvCxnSpPr>
                <a:stCxn id="1125" idx="7"/>
                <a:endCxn id="1128" idx="3"/>
              </p:cNvCxnSpPr>
              <p:nvPr/>
            </p:nvCxnSpPr>
            <p:spPr>
              <a:xfrm rot="-339569" flipH="1">
                <a:off x="2971884" y="4867995"/>
                <a:ext cx="1639693" cy="108105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1" name="Google Shape;1141;p19"/>
              <p:cNvCxnSpPr>
                <a:stCxn id="1131" idx="7"/>
                <a:endCxn id="1127" idx="3"/>
              </p:cNvCxnSpPr>
              <p:nvPr/>
            </p:nvCxnSpPr>
            <p:spPr>
              <a:xfrm rot="-339665" flipH="1">
                <a:off x="3259894" y="4748265"/>
                <a:ext cx="483558" cy="16310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2" name="Google Shape;1142;p19"/>
              <p:cNvCxnSpPr>
                <a:stCxn id="1127" idx="0"/>
                <a:endCxn id="1128" idx="5"/>
              </p:cNvCxnSpPr>
              <p:nvPr/>
            </p:nvCxnSpPr>
            <p:spPr>
              <a:xfrm rot="-341652" flipH="1">
                <a:off x="2929081" y="5115280"/>
                <a:ext cx="208629" cy="87998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3" name="Google Shape;1143;p19"/>
              <p:cNvCxnSpPr>
                <a:stCxn id="1132" idx="2"/>
                <a:endCxn id="1126" idx="6"/>
              </p:cNvCxnSpPr>
              <p:nvPr/>
            </p:nvCxnSpPr>
            <p:spPr>
              <a:xfrm rot="-339023">
                <a:off x="875824" y="4773316"/>
                <a:ext cx="880579" cy="246302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4" name="Google Shape;1144;p19"/>
              <p:cNvCxnSpPr>
                <a:stCxn id="1129" idx="6"/>
                <a:endCxn id="1132" idx="1"/>
              </p:cNvCxnSpPr>
              <p:nvPr/>
            </p:nvCxnSpPr>
            <p:spPr>
              <a:xfrm rot="10460586">
                <a:off x="937128" y="4728830"/>
                <a:ext cx="2389135" cy="228785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45" name="Google Shape;1145;p19"/>
              <p:cNvSpPr/>
              <p:nvPr/>
            </p:nvSpPr>
            <p:spPr>
              <a:xfrm rot="-9414352">
                <a:off x="1960639" y="4664187"/>
                <a:ext cx="86426" cy="86426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46" name="Google Shape;1146;p19"/>
              <p:cNvCxnSpPr>
                <a:stCxn id="1132" idx="3"/>
                <a:endCxn id="1145" idx="7"/>
              </p:cNvCxnSpPr>
              <p:nvPr/>
            </p:nvCxnSpPr>
            <p:spPr>
              <a:xfrm rot="-339173">
                <a:off x="866711" y="4713112"/>
                <a:ext cx="1096432" cy="6480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7" name="Google Shape;1147;p19"/>
              <p:cNvCxnSpPr>
                <a:stCxn id="1145" idx="2"/>
                <a:endCxn id="1127" idx="6"/>
              </p:cNvCxnSpPr>
              <p:nvPr/>
            </p:nvCxnSpPr>
            <p:spPr>
              <a:xfrm rot="-339840">
                <a:off x="2056272" y="4676508"/>
                <a:ext cx="954460" cy="30388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8" name="Google Shape;1148;p19"/>
              <p:cNvCxnSpPr>
                <a:stCxn id="1145" idx="0"/>
                <a:endCxn id="1126" idx="4"/>
              </p:cNvCxnSpPr>
              <p:nvPr/>
            </p:nvCxnSpPr>
            <p:spPr>
              <a:xfrm rot="-340645" flipH="1">
                <a:off x="1841473" y="4754364"/>
                <a:ext cx="154659" cy="179972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9" name="Google Shape;1149;p19"/>
              <p:cNvCxnSpPr>
                <a:stCxn id="1145" idx="1"/>
                <a:endCxn id="1128" idx="5"/>
              </p:cNvCxnSpPr>
              <p:nvPr/>
            </p:nvCxnSpPr>
            <p:spPr>
              <a:xfrm rot="-339524">
                <a:off x="2084265" y="4703564"/>
                <a:ext cx="824518" cy="134365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50" name="Google Shape;1150;p19"/>
              <p:cNvSpPr/>
              <p:nvPr/>
            </p:nvSpPr>
            <p:spPr>
              <a:xfrm rot="-9417549">
                <a:off x="3933996" y="4880048"/>
                <a:ext cx="128773" cy="12877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51" name="Google Shape;1151;p19"/>
              <p:cNvCxnSpPr>
                <a:stCxn id="1127" idx="2"/>
                <a:endCxn id="1150" idx="7"/>
              </p:cNvCxnSpPr>
              <p:nvPr/>
            </p:nvCxnSpPr>
            <p:spPr>
              <a:xfrm rot="10459800" flipH="1">
                <a:off x="3266347" y="5001756"/>
                <a:ext cx="674098" cy="153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2" name="Google Shape;1152;p19"/>
              <p:cNvCxnSpPr>
                <a:stCxn id="1150" idx="3"/>
                <a:endCxn id="1125" idx="7"/>
              </p:cNvCxnSpPr>
              <p:nvPr/>
            </p:nvCxnSpPr>
            <p:spPr>
              <a:xfrm rot="10459592" flipH="1">
                <a:off x="4052806" y="4814404"/>
                <a:ext cx="506782" cy="8110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3" name="Google Shape;1153;p19"/>
              <p:cNvCxnSpPr>
                <a:stCxn id="1128" idx="4"/>
                <a:endCxn id="1150" idx="0"/>
              </p:cNvCxnSpPr>
              <p:nvPr/>
            </p:nvCxnSpPr>
            <p:spPr>
              <a:xfrm rot="10460266" flipH="1">
                <a:off x="2959037" y="5053792"/>
                <a:ext cx="1061178" cy="89959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4" name="Google Shape;1304;p22"/>
          <p:cNvGrpSpPr/>
          <p:nvPr/>
        </p:nvGrpSpPr>
        <p:grpSpPr>
          <a:xfrm>
            <a:off x="119476" y="1141150"/>
            <a:ext cx="7318880" cy="3862644"/>
            <a:chOff x="119476" y="1141150"/>
            <a:chExt cx="7318880" cy="3862644"/>
          </a:xfrm>
        </p:grpSpPr>
        <p:grpSp>
          <p:nvGrpSpPr>
            <p:cNvPr id="1305" name="Google Shape;1305;p22"/>
            <p:cNvGrpSpPr/>
            <p:nvPr/>
          </p:nvGrpSpPr>
          <p:grpSpPr>
            <a:xfrm rot="10800000">
              <a:off x="119476" y="1141150"/>
              <a:ext cx="298275" cy="322675"/>
              <a:chOff x="8667225" y="681525"/>
              <a:chExt cx="298275" cy="322675"/>
            </a:xfrm>
          </p:grpSpPr>
          <p:sp>
            <p:nvSpPr>
              <p:cNvPr id="1306" name="Google Shape;1306;p22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07" name="Google Shape;1307;p22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08" name="Google Shape;1308;p22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309" name="Google Shape;1309;p22"/>
            <p:cNvGrpSpPr/>
            <p:nvPr/>
          </p:nvGrpSpPr>
          <p:grpSpPr>
            <a:xfrm rot="-5139163">
              <a:off x="6960991" y="4509560"/>
              <a:ext cx="254304" cy="683114"/>
              <a:chOff x="140150" y="4353245"/>
              <a:chExt cx="254310" cy="683130"/>
            </a:xfrm>
          </p:grpSpPr>
          <p:sp>
            <p:nvSpPr>
              <p:cNvPr id="1310" name="Google Shape;1310;p22"/>
              <p:cNvSpPr/>
              <p:nvPr/>
            </p:nvSpPr>
            <p:spPr>
              <a:xfrm rot="10800000">
                <a:off x="140150" y="49496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1" name="Google Shape;1311;p22"/>
              <p:cNvSpPr/>
              <p:nvPr/>
            </p:nvSpPr>
            <p:spPr>
              <a:xfrm rot="10800000">
                <a:off x="146360" y="4668727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2" name="Google Shape;1312;p22"/>
              <p:cNvSpPr/>
              <p:nvPr/>
            </p:nvSpPr>
            <p:spPr>
              <a:xfrm rot="10800000">
                <a:off x="343160" y="4863902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3" name="Google Shape;1313;p22"/>
              <p:cNvSpPr/>
              <p:nvPr/>
            </p:nvSpPr>
            <p:spPr>
              <a:xfrm rot="10800000">
                <a:off x="141945" y="435324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1314" name="Google Shape;1314;p22"/>
          <p:cNvGrpSpPr/>
          <p:nvPr/>
        </p:nvGrpSpPr>
        <p:grpSpPr>
          <a:xfrm>
            <a:off x="-3264108" y="1062527"/>
            <a:ext cx="12699758" cy="5125916"/>
            <a:chOff x="-3264108" y="1062527"/>
            <a:chExt cx="12699758" cy="5125916"/>
          </a:xfrm>
        </p:grpSpPr>
        <p:grpSp>
          <p:nvGrpSpPr>
            <p:cNvPr id="1315" name="Google Shape;1315;p22"/>
            <p:cNvGrpSpPr/>
            <p:nvPr/>
          </p:nvGrpSpPr>
          <p:grpSpPr>
            <a:xfrm rot="10800000">
              <a:off x="7825876" y="2716263"/>
              <a:ext cx="1609774" cy="2641456"/>
              <a:chOff x="-225924" y="-192037"/>
              <a:chExt cx="1609774" cy="2641456"/>
            </a:xfrm>
          </p:grpSpPr>
          <p:cxnSp>
            <p:nvCxnSpPr>
              <p:cNvPr id="1316" name="Google Shape;1316;p22"/>
              <p:cNvCxnSpPr>
                <a:stCxn id="1317" idx="7"/>
                <a:endCxn id="1318" idx="2"/>
              </p:cNvCxnSpPr>
              <p:nvPr/>
            </p:nvCxnSpPr>
            <p:spPr>
              <a:xfrm rot="10800000" flipH="1">
                <a:off x="332904" y="155655"/>
                <a:ext cx="893400" cy="22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18" name="Google Shape;1318;p22"/>
              <p:cNvSpPr/>
              <p:nvPr/>
            </p:nvSpPr>
            <p:spPr>
              <a:xfrm>
                <a:off x="1226350" y="767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9" name="Google Shape;1319;p22"/>
              <p:cNvSpPr/>
              <p:nvPr/>
            </p:nvSpPr>
            <p:spPr>
              <a:xfrm>
                <a:off x="-225924" y="-192037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0" name="Google Shape;1320;p22"/>
              <p:cNvSpPr/>
              <p:nvPr/>
            </p:nvSpPr>
            <p:spPr>
              <a:xfrm>
                <a:off x="177600" y="229191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1" name="Google Shape;1321;p22"/>
              <p:cNvSpPr/>
              <p:nvPr/>
            </p:nvSpPr>
            <p:spPr>
              <a:xfrm>
                <a:off x="734301" y="222187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2" name="Google Shape;1322;p22"/>
              <p:cNvSpPr/>
              <p:nvPr/>
            </p:nvSpPr>
            <p:spPr>
              <a:xfrm>
                <a:off x="49626" y="886737"/>
                <a:ext cx="86700" cy="867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3" name="Google Shape;1323;p22"/>
              <p:cNvSpPr/>
              <p:nvPr/>
            </p:nvSpPr>
            <p:spPr>
              <a:xfrm>
                <a:off x="292075" y="1058069"/>
                <a:ext cx="147900" cy="147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24" name="Google Shape;1324;p22"/>
              <p:cNvCxnSpPr>
                <a:stCxn id="1323" idx="4"/>
                <a:endCxn id="1320" idx="0"/>
              </p:cNvCxnSpPr>
              <p:nvPr/>
            </p:nvCxnSpPr>
            <p:spPr>
              <a:xfrm flipH="1">
                <a:off x="256225" y="1205969"/>
                <a:ext cx="109800" cy="108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5" name="Google Shape;1325;p22"/>
              <p:cNvCxnSpPr>
                <a:stCxn id="1322" idx="4"/>
                <a:endCxn id="1320" idx="0"/>
              </p:cNvCxnSpPr>
              <p:nvPr/>
            </p:nvCxnSpPr>
            <p:spPr>
              <a:xfrm>
                <a:off x="92976" y="973437"/>
                <a:ext cx="163500" cy="1318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6" name="Google Shape;1326;p22"/>
              <p:cNvCxnSpPr>
                <a:stCxn id="1322" idx="5"/>
                <a:endCxn id="1323" idx="1"/>
              </p:cNvCxnSpPr>
              <p:nvPr/>
            </p:nvCxnSpPr>
            <p:spPr>
              <a:xfrm>
                <a:off x="123629" y="960741"/>
                <a:ext cx="190200" cy="11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7" name="Google Shape;1327;p22"/>
              <p:cNvCxnSpPr>
                <a:stCxn id="1322" idx="0"/>
                <a:endCxn id="1319" idx="4"/>
              </p:cNvCxnSpPr>
              <p:nvPr/>
            </p:nvCxnSpPr>
            <p:spPr>
              <a:xfrm rot="10800000">
                <a:off x="-176124" y="-92163"/>
                <a:ext cx="269100" cy="97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8" name="Google Shape;1328;p22"/>
              <p:cNvCxnSpPr>
                <a:stCxn id="1322" idx="7"/>
                <a:endCxn id="1317" idx="3"/>
              </p:cNvCxnSpPr>
              <p:nvPr/>
            </p:nvCxnSpPr>
            <p:spPr>
              <a:xfrm rot="10800000" flipH="1">
                <a:off x="123629" y="443734"/>
                <a:ext cx="147900" cy="455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9" name="Google Shape;1329;p22"/>
              <p:cNvCxnSpPr>
                <a:stCxn id="1319" idx="5"/>
                <a:endCxn id="1317" idx="1"/>
              </p:cNvCxnSpPr>
              <p:nvPr/>
            </p:nvCxnSpPr>
            <p:spPr>
              <a:xfrm>
                <a:off x="-140654" y="-106767"/>
                <a:ext cx="412200" cy="48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0" name="Google Shape;1330;p22"/>
              <p:cNvCxnSpPr>
                <a:stCxn id="1319" idx="6"/>
                <a:endCxn id="1318" idx="2"/>
              </p:cNvCxnSpPr>
              <p:nvPr/>
            </p:nvCxnSpPr>
            <p:spPr>
              <a:xfrm>
                <a:off x="-126024" y="-142087"/>
                <a:ext cx="1352400" cy="29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1" name="Google Shape;1331;p22"/>
              <p:cNvCxnSpPr>
                <a:stCxn id="1321" idx="2"/>
                <a:endCxn id="1319" idx="5"/>
              </p:cNvCxnSpPr>
              <p:nvPr/>
            </p:nvCxnSpPr>
            <p:spPr>
              <a:xfrm rot="10800000">
                <a:off x="-140799" y="-106763"/>
                <a:ext cx="875100" cy="372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2" name="Google Shape;1332;p22"/>
              <p:cNvCxnSpPr>
                <a:stCxn id="1323" idx="0"/>
                <a:endCxn id="1317" idx="4"/>
              </p:cNvCxnSpPr>
              <p:nvPr/>
            </p:nvCxnSpPr>
            <p:spPr>
              <a:xfrm rot="10800000">
                <a:off x="302125" y="456569"/>
                <a:ext cx="63900" cy="60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3" name="Google Shape;1333;p22"/>
              <p:cNvCxnSpPr>
                <a:stCxn id="1323" idx="0"/>
                <a:endCxn id="1321" idx="3"/>
              </p:cNvCxnSpPr>
              <p:nvPr/>
            </p:nvCxnSpPr>
            <p:spPr>
              <a:xfrm rot="10800000" flipH="1">
                <a:off x="366025" y="296069"/>
                <a:ext cx="381000" cy="76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17" name="Google Shape;1317;p22"/>
              <p:cNvSpPr/>
              <p:nvPr/>
            </p:nvSpPr>
            <p:spPr>
              <a:xfrm>
                <a:off x="258901" y="369758"/>
                <a:ext cx="86700" cy="86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334" name="Google Shape;1334;p22"/>
            <p:cNvGrpSpPr/>
            <p:nvPr/>
          </p:nvGrpSpPr>
          <p:grpSpPr>
            <a:xfrm rot="2030497">
              <a:off x="-2581586" y="1819329"/>
              <a:ext cx="3816850" cy="3612312"/>
              <a:chOff x="-100549" y="47919"/>
              <a:chExt cx="4607849" cy="4360923"/>
            </a:xfrm>
          </p:grpSpPr>
          <p:sp>
            <p:nvSpPr>
              <p:cNvPr id="1335" name="Google Shape;1335;p22"/>
              <p:cNvSpPr/>
              <p:nvPr/>
            </p:nvSpPr>
            <p:spPr>
              <a:xfrm rot="10800000">
                <a:off x="4076800" y="2467368"/>
                <a:ext cx="234600" cy="234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6" name="Google Shape;1336;p22"/>
              <p:cNvSpPr/>
              <p:nvPr/>
            </p:nvSpPr>
            <p:spPr>
              <a:xfrm rot="10800000">
                <a:off x="1137802" y="3577294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7" name="Google Shape;1337;p22"/>
              <p:cNvSpPr/>
              <p:nvPr/>
            </p:nvSpPr>
            <p:spPr>
              <a:xfrm rot="10800000">
                <a:off x="1731851" y="997900"/>
                <a:ext cx="484500" cy="484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8" name="Google Shape;1338;p22"/>
              <p:cNvSpPr/>
              <p:nvPr/>
            </p:nvSpPr>
            <p:spPr>
              <a:xfrm rot="10800000">
                <a:off x="2254926" y="2505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9" name="Google Shape;1339;p22"/>
              <p:cNvSpPr/>
              <p:nvPr/>
            </p:nvSpPr>
            <p:spPr>
              <a:xfrm rot="10800000">
                <a:off x="3685300" y="3636544"/>
                <a:ext cx="116100" cy="116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40" name="Google Shape;1340;p22"/>
              <p:cNvSpPr/>
              <p:nvPr/>
            </p:nvSpPr>
            <p:spPr>
              <a:xfrm rot="10800000">
                <a:off x="2254926" y="39039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41" name="Google Shape;1341;p22"/>
              <p:cNvSpPr/>
              <p:nvPr/>
            </p:nvSpPr>
            <p:spPr>
              <a:xfrm rot="10800000">
                <a:off x="3125451" y="1436544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42" name="Google Shape;1342;p22"/>
              <p:cNvSpPr/>
              <p:nvPr/>
            </p:nvSpPr>
            <p:spPr>
              <a:xfrm rot="10800000">
                <a:off x="447667" y="2351269"/>
                <a:ext cx="116100" cy="116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43" name="Google Shape;1343;p22"/>
              <p:cNvCxnSpPr>
                <a:stCxn id="1339" idx="5"/>
                <a:endCxn id="1338" idx="1"/>
              </p:cNvCxnSpPr>
              <p:nvPr/>
            </p:nvCxnSpPr>
            <p:spPr>
              <a:xfrm rot="8769356">
                <a:off x="2782616" y="2360623"/>
                <a:ext cx="526274" cy="157274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4" name="Google Shape;1344;p22"/>
              <p:cNvCxnSpPr>
                <a:stCxn id="1340" idx="4"/>
                <a:endCxn id="1338" idx="0"/>
              </p:cNvCxnSpPr>
              <p:nvPr/>
            </p:nvCxnSpPr>
            <p:spPr>
              <a:xfrm rot="8769075" flipH="1">
                <a:off x="1988166" y="2768320"/>
                <a:ext cx="691020" cy="103049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5" name="Google Shape;1345;p22"/>
              <p:cNvCxnSpPr>
                <a:stCxn id="1335" idx="6"/>
                <a:endCxn id="1338" idx="2"/>
              </p:cNvCxnSpPr>
              <p:nvPr/>
            </p:nvCxnSpPr>
            <p:spPr>
              <a:xfrm rot="8769491">
                <a:off x="2553455" y="2121214"/>
                <a:ext cx="1382290" cy="92690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6" name="Google Shape;1346;p22"/>
              <p:cNvCxnSpPr>
                <a:stCxn id="1335" idx="0"/>
                <a:endCxn id="1339" idx="3"/>
              </p:cNvCxnSpPr>
              <p:nvPr/>
            </p:nvCxnSpPr>
            <p:spPr>
              <a:xfrm rot="-2030280" flipH="1">
                <a:off x="3554311" y="2896576"/>
                <a:ext cx="870078" cy="56238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7" name="Google Shape;1347;p22"/>
              <p:cNvCxnSpPr>
                <a:stCxn id="1339" idx="7"/>
                <a:endCxn id="1340" idx="2"/>
              </p:cNvCxnSpPr>
              <p:nvPr/>
            </p:nvCxnSpPr>
            <p:spPr>
              <a:xfrm rot="8769605">
                <a:off x="2452857" y="3602445"/>
                <a:ext cx="1208890" cy="51329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8" name="Google Shape;1348;p22"/>
              <p:cNvCxnSpPr>
                <a:stCxn id="1340" idx="6"/>
                <a:endCxn id="1336" idx="1"/>
              </p:cNvCxnSpPr>
              <p:nvPr/>
            </p:nvCxnSpPr>
            <p:spPr>
              <a:xfrm rot="8768875">
                <a:off x="1472857" y="3539834"/>
                <a:ext cx="647338" cy="68086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9" name="Google Shape;1349;p22"/>
              <p:cNvCxnSpPr>
                <a:stCxn id="1338" idx="7"/>
                <a:endCxn id="1336" idx="3"/>
              </p:cNvCxnSpPr>
              <p:nvPr/>
            </p:nvCxnSpPr>
            <p:spPr>
              <a:xfrm rot="-2030278" flipH="1">
                <a:off x="1147266" y="2984238"/>
                <a:ext cx="1321550" cy="28323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0" name="Google Shape;1350;p22"/>
              <p:cNvCxnSpPr>
                <a:stCxn id="1335" idx="5"/>
                <a:endCxn id="1341" idx="1"/>
              </p:cNvCxnSpPr>
              <p:nvPr/>
            </p:nvCxnSpPr>
            <p:spPr>
              <a:xfrm rot="8769493">
                <a:off x="3591334" y="1412692"/>
                <a:ext cx="188543" cy="124716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1" name="Google Shape;1351;p22"/>
              <p:cNvCxnSpPr>
                <a:stCxn id="1341" idx="7"/>
                <a:endCxn id="1338" idx="3"/>
              </p:cNvCxnSpPr>
              <p:nvPr/>
            </p:nvCxnSpPr>
            <p:spPr>
              <a:xfrm rot="-2030495" flipH="1">
                <a:off x="2186803" y="1863549"/>
                <a:ext cx="1164126" cy="37276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2" name="Google Shape;1352;p22"/>
              <p:cNvCxnSpPr>
                <a:stCxn id="1341" idx="5"/>
                <a:endCxn id="1337" idx="2"/>
              </p:cNvCxnSpPr>
              <p:nvPr/>
            </p:nvCxnSpPr>
            <p:spPr>
              <a:xfrm rot="8769821">
                <a:off x="2356510" y="999099"/>
                <a:ext cx="651914" cy="701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3" name="Google Shape;1353;p22"/>
              <p:cNvCxnSpPr>
                <a:stCxn id="1337" idx="0"/>
                <a:endCxn id="1338" idx="5"/>
              </p:cNvCxnSpPr>
              <p:nvPr/>
            </p:nvCxnSpPr>
            <p:spPr>
              <a:xfrm rot="-2029195" flipH="1">
                <a:off x="1960847" y="1486358"/>
                <a:ext cx="330408" cy="10384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4" name="Google Shape;1354;p22"/>
              <p:cNvCxnSpPr>
                <a:stCxn id="1337" idx="7"/>
                <a:endCxn id="1342" idx="3"/>
              </p:cNvCxnSpPr>
              <p:nvPr/>
            </p:nvCxnSpPr>
            <p:spPr>
              <a:xfrm rot="-2030477" flipH="1">
                <a:off x="386634" y="1842270"/>
                <a:ext cx="1576242" cy="9535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5" name="Google Shape;1355;p22"/>
              <p:cNvCxnSpPr>
                <a:stCxn id="1338" idx="6"/>
                <a:endCxn id="1342" idx="2"/>
              </p:cNvCxnSpPr>
              <p:nvPr/>
            </p:nvCxnSpPr>
            <p:spPr>
              <a:xfrm rot="8769842">
                <a:off x="755690" y="1953080"/>
                <a:ext cx="1307072" cy="108757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6" name="Google Shape;1356;p22"/>
              <p:cNvCxnSpPr>
                <a:stCxn id="1342" idx="0"/>
                <a:endCxn id="1336" idx="5"/>
              </p:cNvCxnSpPr>
              <p:nvPr/>
            </p:nvCxnSpPr>
            <p:spPr>
              <a:xfrm rot="-2024821" flipH="1">
                <a:off x="797015" y="2378694"/>
                <a:ext cx="83704" cy="132155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7" name="Google Shape;1357;p22"/>
              <p:cNvCxnSpPr>
                <a:stCxn id="1339" idx="4"/>
                <a:endCxn id="1337" idx="1"/>
              </p:cNvCxnSpPr>
              <p:nvPr/>
            </p:nvCxnSpPr>
            <p:spPr>
              <a:xfrm rot="8775347">
                <a:off x="2900285" y="1155017"/>
                <a:ext cx="88031" cy="273795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8" name="Google Shape;1358;p22"/>
              <p:cNvCxnSpPr>
                <a:stCxn id="1336" idx="4"/>
                <a:endCxn id="1337" idx="7"/>
              </p:cNvCxnSpPr>
              <p:nvPr/>
            </p:nvCxnSpPr>
            <p:spPr>
              <a:xfrm rot="8769813" flipH="1">
                <a:off x="698488" y="1747510"/>
                <a:ext cx="1661027" cy="149386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9" name="Google Shape;1359;p22"/>
              <p:cNvCxnSpPr>
                <a:stCxn id="1335" idx="5"/>
                <a:endCxn id="1337" idx="1"/>
              </p:cNvCxnSpPr>
              <p:nvPr/>
            </p:nvCxnSpPr>
            <p:spPr>
              <a:xfrm rot="8769113">
                <a:off x="2615603" y="956497"/>
                <a:ext cx="1025506" cy="200025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60" name="Google Shape;1360;p22"/>
              <p:cNvSpPr/>
              <p:nvPr/>
            </p:nvSpPr>
            <p:spPr>
              <a:xfrm rot="10800000">
                <a:off x="873701" y="691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61" name="Google Shape;1361;p22"/>
              <p:cNvCxnSpPr>
                <a:stCxn id="1342" idx="4"/>
                <a:endCxn id="1360" idx="7"/>
              </p:cNvCxnSpPr>
              <p:nvPr/>
            </p:nvCxnSpPr>
            <p:spPr>
              <a:xfrm rot="8769580" flipH="1">
                <a:off x="114237" y="1064376"/>
                <a:ext cx="1173861" cy="10488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2" name="Google Shape;1362;p22"/>
              <p:cNvCxnSpPr>
                <a:stCxn id="1360" idx="2"/>
                <a:endCxn id="1337" idx="5"/>
              </p:cNvCxnSpPr>
              <p:nvPr/>
            </p:nvCxnSpPr>
            <p:spPr>
              <a:xfrm rot="-2029235">
                <a:off x="1179725" y="581031"/>
                <a:ext cx="474852" cy="67737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3" name="Google Shape;1363;p22"/>
              <p:cNvCxnSpPr>
                <a:stCxn id="1360" idx="0"/>
                <a:endCxn id="1336" idx="4"/>
              </p:cNvCxnSpPr>
              <p:nvPr/>
            </p:nvCxnSpPr>
            <p:spPr>
              <a:xfrm rot="-2030204" flipH="1">
                <a:off x="469943" y="996108"/>
                <a:ext cx="1267716" cy="2434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4" name="Google Shape;1364;p22"/>
              <p:cNvCxnSpPr>
                <a:stCxn id="1360" idx="1"/>
                <a:endCxn id="1338" idx="5"/>
              </p:cNvCxnSpPr>
              <p:nvPr/>
            </p:nvCxnSpPr>
            <p:spPr>
              <a:xfrm rot="-2032139">
                <a:off x="1589793" y="616894"/>
                <a:ext cx="106586" cy="212132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65" name="Google Shape;1365;p22"/>
              <p:cNvSpPr/>
              <p:nvPr/>
            </p:nvSpPr>
            <p:spPr>
              <a:xfrm rot="10800000">
                <a:off x="2346923" y="285337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66" name="Google Shape;1366;p22"/>
              <p:cNvCxnSpPr>
                <a:stCxn id="1360" idx="2"/>
                <a:endCxn id="1365" idx="6"/>
              </p:cNvCxnSpPr>
              <p:nvPr/>
            </p:nvCxnSpPr>
            <p:spPr>
              <a:xfrm rot="-2030441">
                <a:off x="1040224" y="373064"/>
                <a:ext cx="1297753" cy="42701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7" name="Google Shape;1367;p22"/>
              <p:cNvCxnSpPr>
                <a:stCxn id="1365" idx="1"/>
                <a:endCxn id="1341" idx="5"/>
              </p:cNvCxnSpPr>
              <p:nvPr/>
            </p:nvCxnSpPr>
            <p:spPr>
              <a:xfrm rot="-2034703" flipH="1">
                <a:off x="2826258" y="400719"/>
                <a:ext cx="43017" cy="114382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9" name="Google Shape;1369;p23"/>
          <p:cNvGrpSpPr/>
          <p:nvPr/>
        </p:nvGrpSpPr>
        <p:grpSpPr>
          <a:xfrm>
            <a:off x="190301" y="174004"/>
            <a:ext cx="8808974" cy="4007621"/>
            <a:chOff x="190301" y="174004"/>
            <a:chExt cx="8808974" cy="4007621"/>
          </a:xfrm>
        </p:grpSpPr>
        <p:grpSp>
          <p:nvGrpSpPr>
            <p:cNvPr id="1370" name="Google Shape;1370;p23"/>
            <p:cNvGrpSpPr/>
            <p:nvPr/>
          </p:nvGrpSpPr>
          <p:grpSpPr>
            <a:xfrm rot="10800000">
              <a:off x="190301" y="3858950"/>
              <a:ext cx="298275" cy="322675"/>
              <a:chOff x="8667225" y="681525"/>
              <a:chExt cx="298275" cy="322675"/>
            </a:xfrm>
          </p:grpSpPr>
          <p:sp>
            <p:nvSpPr>
              <p:cNvPr id="1371" name="Google Shape;1371;p23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2" name="Google Shape;1372;p23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3" name="Google Shape;1373;p23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374" name="Google Shape;1374;p23"/>
            <p:cNvGrpSpPr/>
            <p:nvPr/>
          </p:nvGrpSpPr>
          <p:grpSpPr>
            <a:xfrm rot="-5139163">
              <a:off x="8591694" y="201328"/>
              <a:ext cx="406266" cy="379191"/>
              <a:chOff x="140150" y="4657175"/>
              <a:chExt cx="406275" cy="379200"/>
            </a:xfrm>
          </p:grpSpPr>
          <p:sp>
            <p:nvSpPr>
              <p:cNvPr id="1375" name="Google Shape;1375;p23"/>
              <p:cNvSpPr/>
              <p:nvPr/>
            </p:nvSpPr>
            <p:spPr>
              <a:xfrm rot="10800000">
                <a:off x="140150" y="49496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6" name="Google Shape;1376;p23"/>
              <p:cNvSpPr/>
              <p:nvPr/>
            </p:nvSpPr>
            <p:spPr>
              <a:xfrm rot="10800000">
                <a:off x="298325" y="4657175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7" name="Google Shape;1377;p23"/>
              <p:cNvSpPr/>
              <p:nvPr/>
            </p:nvSpPr>
            <p:spPr>
              <a:xfrm rot="10800000">
                <a:off x="495125" y="485235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8" name="Google Shape;1378;p23"/>
              <p:cNvSpPr/>
              <p:nvPr/>
            </p:nvSpPr>
            <p:spPr>
              <a:xfrm rot="10800000">
                <a:off x="165050" y="465717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1379" name="Google Shape;1379;p23"/>
          <p:cNvGrpSpPr/>
          <p:nvPr/>
        </p:nvGrpSpPr>
        <p:grpSpPr>
          <a:xfrm>
            <a:off x="115024" y="-2374836"/>
            <a:ext cx="8971639" cy="9886184"/>
            <a:chOff x="115024" y="-2374836"/>
            <a:chExt cx="8971639" cy="9886184"/>
          </a:xfrm>
        </p:grpSpPr>
        <p:grpSp>
          <p:nvGrpSpPr>
            <p:cNvPr id="1380" name="Google Shape;1380;p23"/>
            <p:cNvGrpSpPr/>
            <p:nvPr/>
          </p:nvGrpSpPr>
          <p:grpSpPr>
            <a:xfrm flipH="1">
              <a:off x="115024" y="-2374836"/>
              <a:ext cx="3687215" cy="3485542"/>
              <a:chOff x="5337386" y="-2374836"/>
              <a:chExt cx="3687215" cy="3485542"/>
            </a:xfrm>
          </p:grpSpPr>
          <p:sp>
            <p:nvSpPr>
              <p:cNvPr id="1381" name="Google Shape;1381;p23"/>
              <p:cNvSpPr/>
              <p:nvPr/>
            </p:nvSpPr>
            <p:spPr>
              <a:xfrm rot="9698973">
                <a:off x="8256504" y="-2357857"/>
                <a:ext cx="128642" cy="128642"/>
              </a:xfrm>
              <a:prstGeom prst="ellipse">
                <a:avLst/>
              </a:pr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2" name="Google Shape;1382;p23"/>
              <p:cNvSpPr/>
              <p:nvPr/>
            </p:nvSpPr>
            <p:spPr>
              <a:xfrm rot="9699868">
                <a:off x="6325487" y="-94127"/>
                <a:ext cx="164028" cy="164028"/>
              </a:xfrm>
              <a:prstGeom prst="ellipse">
                <a:avLst/>
              </a:pr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3" name="Google Shape;1383;p23"/>
              <p:cNvSpPr/>
              <p:nvPr/>
            </p:nvSpPr>
            <p:spPr>
              <a:xfrm rot="9695130">
                <a:off x="7230532" y="-1291785"/>
                <a:ext cx="265916" cy="265916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4" name="Google Shape;1384;p23"/>
              <p:cNvSpPr/>
              <p:nvPr/>
            </p:nvSpPr>
            <p:spPr>
              <a:xfrm rot="9708981">
                <a:off x="8013809" y="-151576"/>
                <a:ext cx="86521" cy="8652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5" name="Google Shape;1385;p23"/>
              <p:cNvSpPr/>
              <p:nvPr/>
            </p:nvSpPr>
            <p:spPr>
              <a:xfrm rot="9699377">
                <a:off x="8889724" y="131264"/>
                <a:ext cx="119155" cy="119155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6" name="Google Shape;1386;p23"/>
              <p:cNvSpPr/>
              <p:nvPr/>
            </p:nvSpPr>
            <p:spPr>
              <a:xfrm rot="-9307649">
                <a:off x="7169475" y="191656"/>
                <a:ext cx="86305" cy="86305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7" name="Google Shape;1387;p23"/>
              <p:cNvSpPr/>
              <p:nvPr/>
            </p:nvSpPr>
            <p:spPr>
              <a:xfrm rot="9708981">
                <a:off x="7609568" y="-1824766"/>
                <a:ext cx="86521" cy="86521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8" name="Google Shape;1388;p23"/>
              <p:cNvSpPr/>
              <p:nvPr/>
            </p:nvSpPr>
            <p:spPr>
              <a:xfrm rot="9698900">
                <a:off x="5354617" y="277974"/>
                <a:ext cx="130539" cy="130539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89" name="Google Shape;1389;p23"/>
              <p:cNvCxnSpPr>
                <a:stCxn id="1385" idx="5"/>
                <a:endCxn id="1384" idx="1"/>
              </p:cNvCxnSpPr>
              <p:nvPr/>
            </p:nvCxnSpPr>
            <p:spPr>
              <a:xfrm rot="10800000">
                <a:off x="8095656" y="-88788"/>
                <a:ext cx="800400" cy="252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0" name="Google Shape;1390;p23"/>
              <p:cNvCxnSpPr>
                <a:stCxn id="1386" idx="4"/>
                <a:endCxn id="1384" idx="6"/>
              </p:cNvCxnSpPr>
              <p:nvPr/>
            </p:nvCxnSpPr>
            <p:spPr>
              <a:xfrm rot="10800000" flipH="1">
                <a:off x="7230777" y="-94742"/>
                <a:ext cx="785100" cy="290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1" name="Google Shape;1391;p23"/>
              <p:cNvCxnSpPr>
                <a:stCxn id="1381" idx="0"/>
                <a:endCxn id="1385" idx="4"/>
              </p:cNvCxnSpPr>
              <p:nvPr/>
            </p:nvCxnSpPr>
            <p:spPr>
              <a:xfrm>
                <a:off x="8341075" y="-2232486"/>
                <a:ext cx="589500" cy="2366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2" name="Google Shape;1392;p23"/>
              <p:cNvCxnSpPr>
                <a:stCxn id="1385" idx="6"/>
                <a:endCxn id="1386" idx="2"/>
              </p:cNvCxnSpPr>
              <p:nvPr/>
            </p:nvCxnSpPr>
            <p:spPr>
              <a:xfrm flipH="1">
                <a:off x="7251752" y="209591"/>
                <a:ext cx="1641000" cy="43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3" name="Google Shape;1393;p23"/>
              <p:cNvCxnSpPr>
                <a:stCxn id="1386" idx="6"/>
                <a:endCxn id="1382" idx="1"/>
              </p:cNvCxnSpPr>
              <p:nvPr/>
            </p:nvCxnSpPr>
            <p:spPr>
              <a:xfrm rot="10800000">
                <a:off x="6480777" y="24658"/>
                <a:ext cx="692700" cy="19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4" name="Google Shape;1394;p23"/>
              <p:cNvCxnSpPr>
                <a:stCxn id="1384" idx="6"/>
                <a:endCxn id="1382" idx="1"/>
              </p:cNvCxnSpPr>
              <p:nvPr/>
            </p:nvCxnSpPr>
            <p:spPr>
              <a:xfrm flipH="1">
                <a:off x="6480870" y="-94816"/>
                <a:ext cx="1535100" cy="119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5" name="Google Shape;1395;p23"/>
              <p:cNvCxnSpPr>
                <a:stCxn id="1381" idx="6"/>
                <a:endCxn id="1387" idx="3"/>
              </p:cNvCxnSpPr>
              <p:nvPr/>
            </p:nvCxnSpPr>
            <p:spPr>
              <a:xfrm flipH="1">
                <a:off x="7672375" y="-2273286"/>
                <a:ext cx="587400" cy="453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6" name="Google Shape;1396;p23"/>
              <p:cNvCxnSpPr>
                <a:stCxn id="1381" idx="7"/>
                <a:endCxn id="1384" idx="4"/>
              </p:cNvCxnSpPr>
              <p:nvPr/>
            </p:nvCxnSpPr>
            <p:spPr>
              <a:xfrm flipH="1">
                <a:off x="8043575" y="-2236048"/>
                <a:ext cx="248400" cy="2086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7" name="Google Shape;1397;p23"/>
              <p:cNvCxnSpPr>
                <a:stCxn id="1387" idx="7"/>
                <a:endCxn id="1383" idx="3"/>
              </p:cNvCxnSpPr>
              <p:nvPr/>
            </p:nvCxnSpPr>
            <p:spPr>
              <a:xfrm flipH="1">
                <a:off x="7423012" y="-1742897"/>
                <a:ext cx="210300" cy="465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8" name="Google Shape;1398;p23"/>
              <p:cNvCxnSpPr>
                <a:stCxn id="1383" idx="0"/>
                <a:endCxn id="1384" idx="4"/>
              </p:cNvCxnSpPr>
              <p:nvPr/>
            </p:nvCxnSpPr>
            <p:spPr>
              <a:xfrm>
                <a:off x="7405490" y="-1032677"/>
                <a:ext cx="638100" cy="883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9" name="Google Shape;1399;p23"/>
              <p:cNvCxnSpPr>
                <a:stCxn id="1388" idx="2"/>
                <a:endCxn id="1382" idx="6"/>
              </p:cNvCxnSpPr>
              <p:nvPr/>
            </p:nvCxnSpPr>
            <p:spPr>
              <a:xfrm rot="10800000" flipH="1">
                <a:off x="5481836" y="13694"/>
                <a:ext cx="847800" cy="30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0" name="Google Shape;1400;p23"/>
              <p:cNvCxnSpPr>
                <a:stCxn id="1386" idx="7"/>
                <a:endCxn id="1388" idx="1"/>
              </p:cNvCxnSpPr>
              <p:nvPr/>
            </p:nvCxnSpPr>
            <p:spPr>
              <a:xfrm flipH="1">
                <a:off x="5478310" y="249658"/>
                <a:ext cx="1693800" cy="12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01" name="Google Shape;1401;p23"/>
              <p:cNvSpPr/>
              <p:nvPr/>
            </p:nvSpPr>
            <p:spPr>
              <a:xfrm rot="9708981">
                <a:off x="6280042" y="-655695"/>
                <a:ext cx="86521" cy="86521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02" name="Google Shape;1402;p23"/>
              <p:cNvCxnSpPr>
                <a:stCxn id="1388" idx="3"/>
                <a:endCxn id="1401" idx="6"/>
              </p:cNvCxnSpPr>
              <p:nvPr/>
            </p:nvCxnSpPr>
            <p:spPr>
              <a:xfrm rot="10800000" flipH="1">
                <a:off x="5449161" y="-598892"/>
                <a:ext cx="833100" cy="883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3" name="Google Shape;1403;p23"/>
              <p:cNvCxnSpPr>
                <a:stCxn id="1401" idx="2"/>
                <a:endCxn id="1383" idx="6"/>
              </p:cNvCxnSpPr>
              <p:nvPr/>
            </p:nvCxnSpPr>
            <p:spPr>
              <a:xfrm rot="10800000" flipH="1">
                <a:off x="6364402" y="-1116735"/>
                <a:ext cx="873000" cy="490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4" name="Google Shape;1404;p23"/>
              <p:cNvCxnSpPr>
                <a:stCxn id="1401" idx="0"/>
                <a:endCxn id="1382" idx="4"/>
              </p:cNvCxnSpPr>
              <p:nvPr/>
            </p:nvCxnSpPr>
            <p:spPr>
              <a:xfrm>
                <a:off x="6336802" y="-571335"/>
                <a:ext cx="45000" cy="48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5" name="Google Shape;1405;p23"/>
              <p:cNvCxnSpPr>
                <a:stCxn id="1401" idx="1"/>
                <a:endCxn id="1384" idx="5"/>
              </p:cNvCxnSpPr>
              <p:nvPr/>
            </p:nvCxnSpPr>
            <p:spPr>
              <a:xfrm>
                <a:off x="6361911" y="-592919"/>
                <a:ext cx="1656600" cy="465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06" name="Google Shape;1406;p23"/>
              <p:cNvSpPr/>
              <p:nvPr/>
            </p:nvSpPr>
            <p:spPr>
              <a:xfrm rot="9698973">
                <a:off x="7912582" y="-1816833"/>
                <a:ext cx="128642" cy="128642"/>
              </a:xfrm>
              <a:prstGeom prst="ellipse">
                <a:avLst/>
              </a:prstGeom>
              <a:solidFill>
                <a:srgbClr val="86CF6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07" name="Google Shape;1407;p23"/>
              <p:cNvCxnSpPr>
                <a:stCxn id="1383" idx="2"/>
                <a:endCxn id="1406" idx="7"/>
              </p:cNvCxnSpPr>
              <p:nvPr/>
            </p:nvCxnSpPr>
            <p:spPr>
              <a:xfrm rot="10800000" flipH="1">
                <a:off x="7489640" y="-1694927"/>
                <a:ext cx="458400" cy="49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8" name="Google Shape;1408;p23"/>
              <p:cNvCxnSpPr>
                <a:stCxn id="1406" idx="3"/>
                <a:endCxn id="1381" idx="7"/>
              </p:cNvCxnSpPr>
              <p:nvPr/>
            </p:nvCxnSpPr>
            <p:spPr>
              <a:xfrm rot="10800000" flipH="1">
                <a:off x="8005753" y="-2236000"/>
                <a:ext cx="286200" cy="42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9" name="Google Shape;1409;p23"/>
              <p:cNvCxnSpPr>
                <a:stCxn id="1384" idx="4"/>
                <a:endCxn id="1406" idx="0"/>
              </p:cNvCxnSpPr>
              <p:nvPr/>
            </p:nvCxnSpPr>
            <p:spPr>
              <a:xfrm rot="10800000">
                <a:off x="7997070" y="-1691416"/>
                <a:ext cx="46500" cy="154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10" name="Google Shape;1410;p23"/>
              <p:cNvSpPr/>
              <p:nvPr/>
            </p:nvSpPr>
            <p:spPr>
              <a:xfrm rot="9700738">
                <a:off x="8739027" y="840659"/>
                <a:ext cx="238594" cy="238594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11" name="Google Shape;1411;p23"/>
              <p:cNvCxnSpPr>
                <a:stCxn id="1384" idx="0"/>
                <a:endCxn id="1410" idx="4"/>
              </p:cNvCxnSpPr>
              <p:nvPr/>
            </p:nvCxnSpPr>
            <p:spPr>
              <a:xfrm>
                <a:off x="8070570" y="-67216"/>
                <a:ext cx="750300" cy="913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2" name="Google Shape;1412;p23"/>
              <p:cNvCxnSpPr>
                <a:stCxn id="1385" idx="7"/>
                <a:endCxn id="1410" idx="3"/>
              </p:cNvCxnSpPr>
              <p:nvPr/>
            </p:nvCxnSpPr>
            <p:spPr>
              <a:xfrm flipH="1">
                <a:off x="8911773" y="244086"/>
                <a:ext cx="10800" cy="60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13" name="Google Shape;1413;p23"/>
            <p:cNvGrpSpPr/>
            <p:nvPr/>
          </p:nvGrpSpPr>
          <p:grpSpPr>
            <a:xfrm>
              <a:off x="4731484" y="3997585"/>
              <a:ext cx="4355179" cy="3513764"/>
              <a:chOff x="720009" y="3852908"/>
              <a:chExt cx="4355179" cy="3513764"/>
            </a:xfrm>
          </p:grpSpPr>
          <p:sp>
            <p:nvSpPr>
              <p:cNvPr id="1414" name="Google Shape;1414;p23"/>
              <p:cNvSpPr/>
              <p:nvPr/>
            </p:nvSpPr>
            <p:spPr>
              <a:xfrm rot="8759498">
                <a:off x="4842687" y="3890706"/>
                <a:ext cx="194703" cy="19470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5" name="Google Shape;1415;p23"/>
              <p:cNvSpPr/>
              <p:nvPr/>
            </p:nvSpPr>
            <p:spPr>
              <a:xfrm rot="8759498">
                <a:off x="2275964" y="6863806"/>
                <a:ext cx="194703" cy="194703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6" name="Google Shape;1416;p23"/>
              <p:cNvSpPr/>
              <p:nvPr/>
            </p:nvSpPr>
            <p:spPr>
              <a:xfrm rot="8760064">
                <a:off x="1605200" y="4894668"/>
                <a:ext cx="401304" cy="401304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7" name="Google Shape;1417;p23"/>
              <p:cNvSpPr/>
              <p:nvPr/>
            </p:nvSpPr>
            <p:spPr>
              <a:xfrm rot="8752287">
                <a:off x="3601108" y="6091497"/>
                <a:ext cx="130469" cy="130469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8" name="Google Shape;1418;p23"/>
              <p:cNvSpPr/>
              <p:nvPr/>
            </p:nvSpPr>
            <p:spPr>
              <a:xfrm rot="8754177">
                <a:off x="4682827" y="4819876"/>
                <a:ext cx="210847" cy="210847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9" name="Google Shape;1419;p23"/>
              <p:cNvSpPr/>
              <p:nvPr/>
            </p:nvSpPr>
            <p:spPr>
              <a:xfrm rot="8752287">
                <a:off x="3494792" y="7210837"/>
                <a:ext cx="130469" cy="130469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20" name="Google Shape;1420;p23"/>
              <p:cNvSpPr/>
              <p:nvPr/>
            </p:nvSpPr>
            <p:spPr>
              <a:xfrm rot="8752287">
                <a:off x="3265787" y="4938959"/>
                <a:ext cx="130469" cy="130469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21" name="Google Shape;1421;p23"/>
              <p:cNvSpPr/>
              <p:nvPr/>
            </p:nvSpPr>
            <p:spPr>
              <a:xfrm rot="8754847">
                <a:off x="1467743" y="6207539"/>
                <a:ext cx="96354" cy="9635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22" name="Google Shape;1422;p23"/>
              <p:cNvCxnSpPr>
                <a:stCxn id="1419" idx="4"/>
                <a:endCxn id="1417" idx="0"/>
              </p:cNvCxnSpPr>
              <p:nvPr/>
            </p:nvCxnSpPr>
            <p:spPr>
              <a:xfrm rot="10800000" flipH="1">
                <a:off x="3523426" y="6210771"/>
                <a:ext cx="179400" cy="1011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3" name="Google Shape;1423;p23"/>
              <p:cNvCxnSpPr>
                <a:stCxn id="1414" idx="7"/>
                <a:endCxn id="1418" idx="3"/>
              </p:cNvCxnSpPr>
              <p:nvPr/>
            </p:nvCxnSpPr>
            <p:spPr>
              <a:xfrm flipH="1">
                <a:off x="4808077" y="4083623"/>
                <a:ext cx="113400" cy="738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4" name="Google Shape;1424;p23"/>
              <p:cNvCxnSpPr>
                <a:stCxn id="1418" idx="7"/>
                <a:endCxn id="1419" idx="2"/>
              </p:cNvCxnSpPr>
              <p:nvPr/>
            </p:nvCxnSpPr>
            <p:spPr>
              <a:xfrm flipH="1">
                <a:off x="3613910" y="5028820"/>
                <a:ext cx="1154400" cy="221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5" name="Google Shape;1425;p23"/>
              <p:cNvCxnSpPr>
                <a:stCxn id="1419" idx="6"/>
                <a:endCxn id="1415" idx="1"/>
              </p:cNvCxnSpPr>
              <p:nvPr/>
            </p:nvCxnSpPr>
            <p:spPr>
              <a:xfrm rot="10800000">
                <a:off x="2468926" y="6979671"/>
                <a:ext cx="1037100" cy="33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6" name="Google Shape;1426;p23"/>
              <p:cNvCxnSpPr>
                <a:stCxn id="1417" idx="7"/>
                <a:endCxn id="1415" idx="3"/>
              </p:cNvCxnSpPr>
              <p:nvPr/>
            </p:nvCxnSpPr>
            <p:spPr>
              <a:xfrm flipH="1">
                <a:off x="2391939" y="6220795"/>
                <a:ext cx="1262100" cy="644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7" name="Google Shape;1427;p23"/>
              <p:cNvCxnSpPr>
                <a:stCxn id="1414" idx="6"/>
                <a:endCxn id="1420" idx="2"/>
              </p:cNvCxnSpPr>
              <p:nvPr/>
            </p:nvCxnSpPr>
            <p:spPr>
              <a:xfrm flipH="1">
                <a:off x="3385138" y="4042508"/>
                <a:ext cx="1474200" cy="92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8" name="Google Shape;1428;p23"/>
              <p:cNvCxnSpPr>
                <a:stCxn id="1420" idx="0"/>
                <a:endCxn id="1417" idx="2"/>
              </p:cNvCxnSpPr>
              <p:nvPr/>
            </p:nvCxnSpPr>
            <p:spPr>
              <a:xfrm>
                <a:off x="3367622" y="5058194"/>
                <a:ext cx="352800" cy="106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9" name="Google Shape;1429;p23"/>
              <p:cNvCxnSpPr>
                <a:stCxn id="1420" idx="5"/>
                <a:endCxn id="1416" idx="1"/>
              </p:cNvCxnSpPr>
              <p:nvPr/>
            </p:nvCxnSpPr>
            <p:spPr>
              <a:xfrm flipH="1">
                <a:off x="2002758" y="4991890"/>
                <a:ext cx="1264200" cy="141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0" name="Google Shape;1430;p23"/>
              <p:cNvCxnSpPr>
                <a:stCxn id="1416" idx="0"/>
                <a:endCxn id="1417" idx="5"/>
              </p:cNvCxnSpPr>
              <p:nvPr/>
            </p:nvCxnSpPr>
            <p:spPr>
              <a:xfrm>
                <a:off x="1918052" y="5261670"/>
                <a:ext cx="1684200" cy="882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1" name="Google Shape;1431;p23"/>
              <p:cNvCxnSpPr>
                <a:stCxn id="1416" idx="7"/>
                <a:endCxn id="1421" idx="3"/>
              </p:cNvCxnSpPr>
              <p:nvPr/>
            </p:nvCxnSpPr>
            <p:spPr>
              <a:xfrm flipH="1">
                <a:off x="1525162" y="5292284"/>
                <a:ext cx="242400" cy="916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2" name="Google Shape;1432;p23"/>
              <p:cNvCxnSpPr>
                <a:stCxn id="1417" idx="6"/>
                <a:endCxn id="1421" idx="2"/>
              </p:cNvCxnSpPr>
              <p:nvPr/>
            </p:nvCxnSpPr>
            <p:spPr>
              <a:xfrm flipH="1">
                <a:off x="1555843" y="6193331"/>
                <a:ext cx="2056500" cy="35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3" name="Google Shape;1433;p23"/>
              <p:cNvCxnSpPr>
                <a:stCxn id="1421" idx="0"/>
                <a:endCxn id="1415" idx="4"/>
              </p:cNvCxnSpPr>
              <p:nvPr/>
            </p:nvCxnSpPr>
            <p:spPr>
              <a:xfrm>
                <a:off x="1542920" y="6295616"/>
                <a:ext cx="775800" cy="584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4" name="Google Shape;1434;p23"/>
              <p:cNvCxnSpPr>
                <a:stCxn id="1419" idx="5"/>
                <a:endCxn id="1421" idx="1"/>
              </p:cNvCxnSpPr>
              <p:nvPr/>
            </p:nvCxnSpPr>
            <p:spPr>
              <a:xfrm rot="10800000">
                <a:off x="1563363" y="6264768"/>
                <a:ext cx="1932600" cy="99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5" name="Google Shape;1435;p23"/>
              <p:cNvCxnSpPr>
                <a:stCxn id="1418" idx="6"/>
                <a:endCxn id="1421" idx="1"/>
              </p:cNvCxnSpPr>
              <p:nvPr/>
            </p:nvCxnSpPr>
            <p:spPr>
              <a:xfrm flipH="1">
                <a:off x="1563250" y="4984400"/>
                <a:ext cx="3137700" cy="1280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6" name="Google Shape;1436;p23"/>
              <p:cNvCxnSpPr>
                <a:stCxn id="1418" idx="5"/>
                <a:endCxn id="1420" idx="2"/>
              </p:cNvCxnSpPr>
              <p:nvPr/>
            </p:nvCxnSpPr>
            <p:spPr>
              <a:xfrm flipH="1">
                <a:off x="3385130" y="4905359"/>
                <a:ext cx="1299600" cy="62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7" name="Google Shape;1437;p23"/>
              <p:cNvCxnSpPr>
                <a:stCxn id="1415" idx="4"/>
                <a:endCxn id="1416" idx="7"/>
              </p:cNvCxnSpPr>
              <p:nvPr/>
            </p:nvCxnSpPr>
            <p:spPr>
              <a:xfrm rot="10800000">
                <a:off x="1767465" y="5292257"/>
                <a:ext cx="551400" cy="1588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38" name="Google Shape;1438;p23"/>
              <p:cNvSpPr/>
              <p:nvPr/>
            </p:nvSpPr>
            <p:spPr>
              <a:xfrm rot="8752287">
                <a:off x="745374" y="4876732"/>
                <a:ext cx="130469" cy="130469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39" name="Google Shape;1439;p23"/>
              <p:cNvCxnSpPr>
                <a:stCxn id="1421" idx="4"/>
                <a:endCxn id="1438" idx="7"/>
              </p:cNvCxnSpPr>
              <p:nvPr/>
            </p:nvCxnSpPr>
            <p:spPr>
              <a:xfrm rot="10800000">
                <a:off x="798320" y="5005916"/>
                <a:ext cx="690600" cy="1209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40" name="Google Shape;1440;p23"/>
              <p:cNvCxnSpPr>
                <a:stCxn id="1438" idx="1"/>
                <a:endCxn id="1416" idx="5"/>
              </p:cNvCxnSpPr>
              <p:nvPr/>
            </p:nvCxnSpPr>
            <p:spPr>
              <a:xfrm>
                <a:off x="874673" y="4954270"/>
                <a:ext cx="734100" cy="102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41" name="Google Shape;1441;p23"/>
              <p:cNvSpPr/>
              <p:nvPr/>
            </p:nvSpPr>
            <p:spPr>
              <a:xfrm rot="8759498">
                <a:off x="1785083" y="4514433"/>
                <a:ext cx="194703" cy="194703"/>
              </a:xfrm>
              <a:prstGeom prst="ellipse">
                <a:avLst/>
              </a:pr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42" name="Google Shape;1442;p23"/>
              <p:cNvCxnSpPr>
                <a:stCxn id="1438" idx="2"/>
                <a:endCxn id="1441" idx="5"/>
              </p:cNvCxnSpPr>
              <p:nvPr/>
            </p:nvCxnSpPr>
            <p:spPr>
              <a:xfrm rot="10800000" flipH="1">
                <a:off x="864609" y="4593367"/>
                <a:ext cx="922200" cy="31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43" name="Google Shape;1443;p23"/>
              <p:cNvCxnSpPr>
                <a:stCxn id="1441" idx="1"/>
                <a:endCxn id="1420" idx="5"/>
              </p:cNvCxnSpPr>
              <p:nvPr/>
            </p:nvCxnSpPr>
            <p:spPr>
              <a:xfrm>
                <a:off x="1977999" y="4630346"/>
                <a:ext cx="1289100" cy="36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44" name="Google Shape;1444;p23"/>
              <p:cNvCxnSpPr>
                <a:stCxn id="1441" idx="7"/>
                <a:endCxn id="1416" idx="3"/>
              </p:cNvCxnSpPr>
              <p:nvPr/>
            </p:nvCxnSpPr>
            <p:spPr>
              <a:xfrm flipH="1">
                <a:off x="1844072" y="4707350"/>
                <a:ext cx="19800" cy="191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8" r:id="rId3"/>
    <p:sldLayoutId id="2147483661" r:id="rId4"/>
    <p:sldLayoutId id="2147483665" r:id="rId5"/>
    <p:sldLayoutId id="2147483668" r:id="rId6"/>
    <p:sldLayoutId id="2147483669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1">
          <a:extLst>
            <a:ext uri="{FF2B5EF4-FFF2-40B4-BE49-F238E27FC236}">
              <a16:creationId xmlns:a16="http://schemas.microsoft.com/office/drawing/2014/main" id="{6B4A3713-A82B-6040-3F01-EA3B7DD30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33414E1-AB91-B871-9043-14E6768A65F9}"/>
              </a:ext>
            </a:extLst>
          </p:cNvPr>
          <p:cNvSpPr txBox="1"/>
          <p:nvPr/>
        </p:nvSpPr>
        <p:spPr>
          <a:xfrm>
            <a:off x="2732926" y="188652"/>
            <a:ext cx="36781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Moulay Ismail University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8E895-8DCA-F48D-435A-1BB28913C616}"/>
              </a:ext>
            </a:extLst>
          </p:cNvPr>
          <p:cNvSpPr txBox="1"/>
          <p:nvPr/>
        </p:nvSpPr>
        <p:spPr>
          <a:xfrm>
            <a:off x="3223518" y="527206"/>
            <a:ext cx="49881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National School of Arts and Crafts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DA16B4-CB27-C5A5-1AF5-44DDAF18A837}"/>
              </a:ext>
            </a:extLst>
          </p:cNvPr>
          <p:cNvSpPr txBox="1"/>
          <p:nvPr/>
        </p:nvSpPr>
        <p:spPr>
          <a:xfrm>
            <a:off x="2077949" y="767657"/>
            <a:ext cx="4988102" cy="40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Department of Industrial Engineering and Production</a:t>
            </a:r>
            <a:endParaRPr lang="en-GB" sz="800" dirty="0">
              <a:effectLst/>
              <a:latin typeface="Courier New" panose="02070309020205020404" pitchFamily="49" charset="0"/>
              <a:ea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35CEAF-F872-A67E-7765-ADB17D3AFBCE}"/>
              </a:ext>
            </a:extLst>
          </p:cNvPr>
          <p:cNvSpPr txBox="1"/>
          <p:nvPr/>
        </p:nvSpPr>
        <p:spPr>
          <a:xfrm>
            <a:off x="2077949" y="1173537"/>
            <a:ext cx="49881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Master’s Thesis </a:t>
            </a:r>
            <a:r>
              <a:rPr lang="en-GB" dirty="0" err="1"/>
              <a:t>Defense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7AB34D-E37C-CB1F-86D3-041E548E8655}"/>
              </a:ext>
            </a:extLst>
          </p:cNvPr>
          <p:cNvCxnSpPr/>
          <p:nvPr/>
        </p:nvCxnSpPr>
        <p:spPr>
          <a:xfrm>
            <a:off x="1767156" y="1842300"/>
            <a:ext cx="560969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BD203B-42F5-EA58-5361-E9C6BDF9F204}"/>
              </a:ext>
            </a:extLst>
          </p:cNvPr>
          <p:cNvCxnSpPr/>
          <p:nvPr/>
        </p:nvCxnSpPr>
        <p:spPr>
          <a:xfrm>
            <a:off x="1767156" y="3042664"/>
            <a:ext cx="560969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1" name="Google Shape;1455;p27">
            <a:extLst>
              <a:ext uri="{FF2B5EF4-FFF2-40B4-BE49-F238E27FC236}">
                <a16:creationId xmlns:a16="http://schemas.microsoft.com/office/drawing/2014/main" id="{7EA4FF0B-F2A4-E231-3C78-E5B9F7110C02}"/>
              </a:ext>
            </a:extLst>
          </p:cNvPr>
          <p:cNvSpPr txBox="1">
            <a:spLocks/>
          </p:cNvSpPr>
          <p:nvPr/>
        </p:nvSpPr>
        <p:spPr>
          <a:xfrm>
            <a:off x="1201255" y="2281660"/>
            <a:ext cx="6741492" cy="55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algn="ctr"/>
            <a:r>
              <a:rPr lang="en-GB" sz="1400" dirty="0"/>
              <a:t>Community Detection in Social Networks for Targeted Marketing and Recommender Systems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0C925-79CE-76C6-4082-1106D55A4BA8}"/>
              </a:ext>
            </a:extLst>
          </p:cNvPr>
          <p:cNvSpPr txBox="1"/>
          <p:nvPr/>
        </p:nvSpPr>
        <p:spPr>
          <a:xfrm>
            <a:off x="1767156" y="3185439"/>
            <a:ext cx="17979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Presented by:</a:t>
            </a:r>
          </a:p>
          <a:p>
            <a:r>
              <a:rPr lang="en-GB" dirty="0"/>
              <a:t>MOUDDEN Hamza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02E3CE-FD4A-A4D4-C93D-3B64B5608D8B}"/>
              </a:ext>
            </a:extLst>
          </p:cNvPr>
          <p:cNvSpPr txBox="1"/>
          <p:nvPr/>
        </p:nvSpPr>
        <p:spPr>
          <a:xfrm>
            <a:off x="5476128" y="3185439"/>
            <a:ext cx="19007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Supervised by:</a:t>
            </a:r>
          </a:p>
          <a:p>
            <a:r>
              <a:rPr lang="en-GB" dirty="0" err="1"/>
              <a:t>Pr.ELYAZID</a:t>
            </a:r>
            <a:r>
              <a:rPr lang="en-GB" dirty="0"/>
              <a:t> </a:t>
            </a:r>
            <a:r>
              <a:rPr lang="en-GB" dirty="0" err="1"/>
              <a:t>Akachar</a:t>
            </a:r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93B06D-FDF8-7FFE-81E1-D7C1E5DF9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11" y="64799"/>
            <a:ext cx="2228088" cy="73526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70A8ED3-3676-127E-5742-58F4B72EDAB9}"/>
              </a:ext>
            </a:extLst>
          </p:cNvPr>
          <p:cNvSpPr txBox="1"/>
          <p:nvPr/>
        </p:nvSpPr>
        <p:spPr>
          <a:xfrm>
            <a:off x="2077949" y="4374654"/>
            <a:ext cx="4988102" cy="307777"/>
          </a:xfrm>
          <a:prstGeom prst="rect">
            <a:avLst/>
          </a:prstGeom>
          <a:noFill/>
        </p:spPr>
        <p:txBody>
          <a:bodyPr wrap="square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b="1" dirty="0">
                <a:ln/>
                <a:solidFill>
                  <a:schemeClr val="accent3"/>
                </a:solidFill>
              </a:rPr>
              <a:t>Academic Year: 2025 - 2026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B886C2-5A3C-FFE3-239A-6FFBD9C267E5}"/>
              </a:ext>
            </a:extLst>
          </p:cNvPr>
          <p:cNvSpPr txBox="1"/>
          <p:nvPr/>
        </p:nvSpPr>
        <p:spPr>
          <a:xfrm>
            <a:off x="1687919" y="1918650"/>
            <a:ext cx="57681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n/>
                <a:solidFill>
                  <a:schemeClr val="accent3"/>
                </a:solidFill>
              </a:rPr>
              <a:t>Project Title : </a:t>
            </a:r>
          </a:p>
        </p:txBody>
      </p:sp>
    </p:spTree>
    <p:extLst>
      <p:ext uri="{BB962C8B-B14F-4D97-AF65-F5344CB8AC3E}">
        <p14:creationId xmlns:p14="http://schemas.microsoft.com/office/powerpoint/2010/main" val="2576836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9">
          <a:extLst>
            <a:ext uri="{FF2B5EF4-FFF2-40B4-BE49-F238E27FC236}">
              <a16:creationId xmlns:a16="http://schemas.microsoft.com/office/drawing/2014/main" id="{488AA2A6-3D42-032D-4AAA-5BF1A362C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Google Shape;1481;p29">
            <a:extLst>
              <a:ext uri="{FF2B5EF4-FFF2-40B4-BE49-F238E27FC236}">
                <a16:creationId xmlns:a16="http://schemas.microsoft.com/office/drawing/2014/main" id="{D0399217-5624-66A9-A9C2-A1A07959CDBE}"/>
              </a:ext>
            </a:extLst>
          </p:cNvPr>
          <p:cNvSpPr txBox="1">
            <a:spLocks noGrp="1"/>
          </p:cNvSpPr>
          <p:nvPr>
            <p:ph type="title" idx="5"/>
          </p:nvPr>
        </p:nvSpPr>
        <p:spPr>
          <a:xfrm>
            <a:off x="720000" y="1289204"/>
            <a:ext cx="816600" cy="78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01</a:t>
            </a:r>
            <a:endParaRPr sz="2000" dirty="0"/>
          </a:p>
        </p:txBody>
      </p:sp>
      <p:sp>
        <p:nvSpPr>
          <p:cNvPr id="1482" name="Google Shape;1482;p29">
            <a:extLst>
              <a:ext uri="{FF2B5EF4-FFF2-40B4-BE49-F238E27FC236}">
                <a16:creationId xmlns:a16="http://schemas.microsoft.com/office/drawing/2014/main" id="{7EBE8760-54D3-D44A-335C-8446F696571B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574175" y="1607275"/>
            <a:ext cx="3125415" cy="2869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GB" sz="1400" dirty="0"/>
              <a:t>Introduction &amp; Problem Statement</a:t>
            </a:r>
            <a:endParaRPr sz="1400" dirty="0"/>
          </a:p>
        </p:txBody>
      </p:sp>
      <p:sp>
        <p:nvSpPr>
          <p:cNvPr id="1484" name="Google Shape;1484;p29">
            <a:extLst>
              <a:ext uri="{FF2B5EF4-FFF2-40B4-BE49-F238E27FC236}">
                <a16:creationId xmlns:a16="http://schemas.microsoft.com/office/drawing/2014/main" id="{ECDC569C-426F-1191-691A-5CDCDE1CE2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Presentation Outline</a:t>
            </a:r>
            <a:endParaRPr dirty="0"/>
          </a:p>
        </p:txBody>
      </p:sp>
      <p:sp>
        <p:nvSpPr>
          <p:cNvPr id="24" name="Google Shape;1481;p29">
            <a:extLst>
              <a:ext uri="{FF2B5EF4-FFF2-40B4-BE49-F238E27FC236}">
                <a16:creationId xmlns:a16="http://schemas.microsoft.com/office/drawing/2014/main" id="{988FDED6-5882-41CD-A1C8-F8A717BA8308}"/>
              </a:ext>
            </a:extLst>
          </p:cNvPr>
          <p:cNvSpPr txBox="1">
            <a:spLocks/>
          </p:cNvSpPr>
          <p:nvPr/>
        </p:nvSpPr>
        <p:spPr>
          <a:xfrm>
            <a:off x="758225" y="1751132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02</a:t>
            </a:r>
          </a:p>
        </p:txBody>
      </p:sp>
      <p:sp>
        <p:nvSpPr>
          <p:cNvPr id="25" name="Google Shape;1482;p29">
            <a:extLst>
              <a:ext uri="{FF2B5EF4-FFF2-40B4-BE49-F238E27FC236}">
                <a16:creationId xmlns:a16="http://schemas.microsoft.com/office/drawing/2014/main" id="{C8C89414-67F3-37DE-13C5-870285B8F4C6}"/>
              </a:ext>
            </a:extLst>
          </p:cNvPr>
          <p:cNvSpPr txBox="1">
            <a:spLocks/>
          </p:cNvSpPr>
          <p:nvPr/>
        </p:nvSpPr>
        <p:spPr>
          <a:xfrm>
            <a:off x="1574176" y="2081182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Background &amp; Key Concepts</a:t>
            </a:r>
          </a:p>
        </p:txBody>
      </p:sp>
      <p:sp>
        <p:nvSpPr>
          <p:cNvPr id="27" name="Google Shape;1481;p29">
            <a:extLst>
              <a:ext uri="{FF2B5EF4-FFF2-40B4-BE49-F238E27FC236}">
                <a16:creationId xmlns:a16="http://schemas.microsoft.com/office/drawing/2014/main" id="{4BB97521-C704-EF58-9790-10D4F51EC960}"/>
              </a:ext>
            </a:extLst>
          </p:cNvPr>
          <p:cNvSpPr txBox="1">
            <a:spLocks/>
          </p:cNvSpPr>
          <p:nvPr/>
        </p:nvSpPr>
        <p:spPr>
          <a:xfrm>
            <a:off x="758225" y="222503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03</a:t>
            </a:r>
          </a:p>
        </p:txBody>
      </p:sp>
      <p:sp>
        <p:nvSpPr>
          <p:cNvPr id="29" name="Google Shape;1482;p29">
            <a:extLst>
              <a:ext uri="{FF2B5EF4-FFF2-40B4-BE49-F238E27FC236}">
                <a16:creationId xmlns:a16="http://schemas.microsoft.com/office/drawing/2014/main" id="{2A6BFD9C-AC1C-FDE0-2E04-264F614CD2D3}"/>
              </a:ext>
            </a:extLst>
          </p:cNvPr>
          <p:cNvSpPr txBox="1">
            <a:spLocks/>
          </p:cNvSpPr>
          <p:nvPr/>
        </p:nvSpPr>
        <p:spPr>
          <a:xfrm>
            <a:off x="1574176" y="2555089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Literature Review</a:t>
            </a:r>
          </a:p>
        </p:txBody>
      </p:sp>
      <p:sp>
        <p:nvSpPr>
          <p:cNvPr id="31" name="Google Shape;1481;p29">
            <a:extLst>
              <a:ext uri="{FF2B5EF4-FFF2-40B4-BE49-F238E27FC236}">
                <a16:creationId xmlns:a16="http://schemas.microsoft.com/office/drawing/2014/main" id="{1F04A791-46AA-99B2-3462-C73E8833BB7B}"/>
              </a:ext>
            </a:extLst>
          </p:cNvPr>
          <p:cNvSpPr txBox="1">
            <a:spLocks/>
          </p:cNvSpPr>
          <p:nvPr/>
        </p:nvSpPr>
        <p:spPr>
          <a:xfrm>
            <a:off x="758225" y="267498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04</a:t>
            </a:r>
          </a:p>
        </p:txBody>
      </p:sp>
      <p:sp>
        <p:nvSpPr>
          <p:cNvPr id="33" name="Google Shape;1482;p29">
            <a:extLst>
              <a:ext uri="{FF2B5EF4-FFF2-40B4-BE49-F238E27FC236}">
                <a16:creationId xmlns:a16="http://schemas.microsoft.com/office/drawing/2014/main" id="{1FD32997-A7BA-CD8D-469B-6801F802CF56}"/>
              </a:ext>
            </a:extLst>
          </p:cNvPr>
          <p:cNvSpPr txBox="1">
            <a:spLocks/>
          </p:cNvSpPr>
          <p:nvPr/>
        </p:nvSpPr>
        <p:spPr>
          <a:xfrm>
            <a:off x="1574176" y="3005039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Methodology</a:t>
            </a:r>
          </a:p>
        </p:txBody>
      </p:sp>
      <p:sp>
        <p:nvSpPr>
          <p:cNvPr id="34" name="Google Shape;1481;p29">
            <a:extLst>
              <a:ext uri="{FF2B5EF4-FFF2-40B4-BE49-F238E27FC236}">
                <a16:creationId xmlns:a16="http://schemas.microsoft.com/office/drawing/2014/main" id="{E811344D-A009-0A81-88CC-D673654F46EB}"/>
              </a:ext>
            </a:extLst>
          </p:cNvPr>
          <p:cNvSpPr txBox="1">
            <a:spLocks/>
          </p:cNvSpPr>
          <p:nvPr/>
        </p:nvSpPr>
        <p:spPr>
          <a:xfrm>
            <a:off x="4458976" y="1277225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05</a:t>
            </a:r>
          </a:p>
        </p:txBody>
      </p:sp>
      <p:sp>
        <p:nvSpPr>
          <p:cNvPr id="35" name="Google Shape;1482;p29">
            <a:extLst>
              <a:ext uri="{FF2B5EF4-FFF2-40B4-BE49-F238E27FC236}">
                <a16:creationId xmlns:a16="http://schemas.microsoft.com/office/drawing/2014/main" id="{31369977-4133-CF1D-2475-396511934D01}"/>
              </a:ext>
            </a:extLst>
          </p:cNvPr>
          <p:cNvSpPr txBox="1">
            <a:spLocks/>
          </p:cNvSpPr>
          <p:nvPr/>
        </p:nvSpPr>
        <p:spPr>
          <a:xfrm>
            <a:off x="5274927" y="1607275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Experimental Results</a:t>
            </a:r>
          </a:p>
        </p:txBody>
      </p:sp>
      <p:sp>
        <p:nvSpPr>
          <p:cNvPr id="36" name="Google Shape;1481;p29">
            <a:extLst>
              <a:ext uri="{FF2B5EF4-FFF2-40B4-BE49-F238E27FC236}">
                <a16:creationId xmlns:a16="http://schemas.microsoft.com/office/drawing/2014/main" id="{0CFFF65C-6A90-9C37-6482-917AD8CE41EA}"/>
              </a:ext>
            </a:extLst>
          </p:cNvPr>
          <p:cNvSpPr txBox="1">
            <a:spLocks/>
          </p:cNvSpPr>
          <p:nvPr/>
        </p:nvSpPr>
        <p:spPr>
          <a:xfrm>
            <a:off x="4458976" y="1751132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06</a:t>
            </a:r>
          </a:p>
        </p:txBody>
      </p:sp>
      <p:sp>
        <p:nvSpPr>
          <p:cNvPr id="37" name="Google Shape;1482;p29">
            <a:extLst>
              <a:ext uri="{FF2B5EF4-FFF2-40B4-BE49-F238E27FC236}">
                <a16:creationId xmlns:a16="http://schemas.microsoft.com/office/drawing/2014/main" id="{9F96197A-0229-6BB2-4A77-30F0738C76BD}"/>
              </a:ext>
            </a:extLst>
          </p:cNvPr>
          <p:cNvSpPr txBox="1">
            <a:spLocks/>
          </p:cNvSpPr>
          <p:nvPr/>
        </p:nvSpPr>
        <p:spPr>
          <a:xfrm>
            <a:off x="5274927" y="2081182"/>
            <a:ext cx="3018468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Recommender System Integration</a:t>
            </a:r>
          </a:p>
        </p:txBody>
      </p:sp>
      <p:sp>
        <p:nvSpPr>
          <p:cNvPr id="38" name="Google Shape;1481;p29">
            <a:extLst>
              <a:ext uri="{FF2B5EF4-FFF2-40B4-BE49-F238E27FC236}">
                <a16:creationId xmlns:a16="http://schemas.microsoft.com/office/drawing/2014/main" id="{3A38F007-DAC9-E914-AD5D-1A46D65D29C6}"/>
              </a:ext>
            </a:extLst>
          </p:cNvPr>
          <p:cNvSpPr txBox="1">
            <a:spLocks/>
          </p:cNvSpPr>
          <p:nvPr/>
        </p:nvSpPr>
        <p:spPr>
          <a:xfrm>
            <a:off x="4458976" y="222503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07</a:t>
            </a:r>
          </a:p>
        </p:txBody>
      </p:sp>
      <p:sp>
        <p:nvSpPr>
          <p:cNvPr id="39" name="Google Shape;1482;p29">
            <a:extLst>
              <a:ext uri="{FF2B5EF4-FFF2-40B4-BE49-F238E27FC236}">
                <a16:creationId xmlns:a16="http://schemas.microsoft.com/office/drawing/2014/main" id="{4686D4AA-789B-A04A-C3E9-EEAB7847368D}"/>
              </a:ext>
            </a:extLst>
          </p:cNvPr>
          <p:cNvSpPr txBox="1">
            <a:spLocks/>
          </p:cNvSpPr>
          <p:nvPr/>
        </p:nvSpPr>
        <p:spPr>
          <a:xfrm>
            <a:off x="5274927" y="2555089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Web Application</a:t>
            </a:r>
          </a:p>
        </p:txBody>
      </p:sp>
      <p:sp>
        <p:nvSpPr>
          <p:cNvPr id="40" name="Google Shape;1481;p29">
            <a:extLst>
              <a:ext uri="{FF2B5EF4-FFF2-40B4-BE49-F238E27FC236}">
                <a16:creationId xmlns:a16="http://schemas.microsoft.com/office/drawing/2014/main" id="{0E45F8DC-A7BE-E247-7A67-6E39311739EC}"/>
              </a:ext>
            </a:extLst>
          </p:cNvPr>
          <p:cNvSpPr txBox="1">
            <a:spLocks/>
          </p:cNvSpPr>
          <p:nvPr/>
        </p:nvSpPr>
        <p:spPr>
          <a:xfrm>
            <a:off x="4458976" y="267498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08</a:t>
            </a:r>
          </a:p>
        </p:txBody>
      </p:sp>
      <p:sp>
        <p:nvSpPr>
          <p:cNvPr id="41" name="Google Shape;1482;p29">
            <a:extLst>
              <a:ext uri="{FF2B5EF4-FFF2-40B4-BE49-F238E27FC236}">
                <a16:creationId xmlns:a16="http://schemas.microsoft.com/office/drawing/2014/main" id="{D061BCF3-0ED9-E919-7EAE-06239767B257}"/>
              </a:ext>
            </a:extLst>
          </p:cNvPr>
          <p:cNvSpPr txBox="1">
            <a:spLocks/>
          </p:cNvSpPr>
          <p:nvPr/>
        </p:nvSpPr>
        <p:spPr>
          <a:xfrm>
            <a:off x="5274927" y="3005039"/>
            <a:ext cx="3018468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Conclusion &amp; Future Perspectives</a:t>
            </a:r>
          </a:p>
        </p:txBody>
      </p:sp>
    </p:spTree>
    <p:extLst>
      <p:ext uri="{BB962C8B-B14F-4D97-AF65-F5344CB8AC3E}">
        <p14:creationId xmlns:p14="http://schemas.microsoft.com/office/powerpoint/2010/main" val="2603361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>
          <a:extLst>
            <a:ext uri="{FF2B5EF4-FFF2-40B4-BE49-F238E27FC236}">
              <a16:creationId xmlns:a16="http://schemas.microsoft.com/office/drawing/2014/main" id="{85A7006D-8088-74F4-AB9B-481106A55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B428FCD0-1194-BCB0-9535-8D49D4A73B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1934822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Introduction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AB589E-1016-9728-B9BB-533B0D6E596F}"/>
              </a:ext>
            </a:extLst>
          </p:cNvPr>
          <p:cNvSpPr txBox="1"/>
          <p:nvPr/>
        </p:nvSpPr>
        <p:spPr>
          <a:xfrm>
            <a:off x="1114306" y="1767683"/>
            <a:ext cx="6915388" cy="160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Social media platforms generate massive networks of user interactions.</a:t>
            </a:r>
          </a:p>
          <a:p>
            <a:pPr lvl="2">
              <a:spcBef>
                <a:spcPts val="45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Facebook: 2+ billion active users.</a:t>
            </a:r>
          </a:p>
          <a:p>
            <a:pPr algn="l">
              <a:spcBef>
                <a:spcPts val="45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Interactions include likes, shares, comments, follows.</a:t>
            </a:r>
          </a:p>
          <a:p>
            <a:pPr algn="l">
              <a:spcBef>
                <a:spcPts val="45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These interactions form intricate networks revealing patterns of human connection.</a:t>
            </a:r>
          </a:p>
        </p:txBody>
      </p:sp>
    </p:spTree>
    <p:extLst>
      <p:ext uri="{BB962C8B-B14F-4D97-AF65-F5344CB8AC3E}">
        <p14:creationId xmlns:p14="http://schemas.microsoft.com/office/powerpoint/2010/main" val="445072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>
          <a:extLst>
            <a:ext uri="{FF2B5EF4-FFF2-40B4-BE49-F238E27FC236}">
              <a16:creationId xmlns:a16="http://schemas.microsoft.com/office/drawing/2014/main" id="{F45A3E56-0AC0-8DD9-0BC2-747C9DF87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98E2DE43-A4D5-B42B-6923-21C77FF92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6435" y="447255"/>
            <a:ext cx="295814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2400" dirty="0"/>
              <a:t>Problem Statement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3B5B6-82A1-1313-5EA0-F3E10613E338}"/>
              </a:ext>
            </a:extLst>
          </p:cNvPr>
          <p:cNvSpPr txBox="1"/>
          <p:nvPr/>
        </p:nvSpPr>
        <p:spPr>
          <a:xfrm>
            <a:off x="973474" y="1252895"/>
            <a:ext cx="7645733" cy="2637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Despite numerous community detection algorithms available, selecting the right one remains challenging: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Algorithmic Diversity</a:t>
            </a:r>
            <a:r>
              <a:rPr lang="en-GB" dirty="0"/>
              <a:t> Different principles (modularity optimization, random walks, deep learning).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Evaluation Gap</a:t>
            </a:r>
            <a:r>
              <a:rPr lang="en-GB" dirty="0"/>
              <a:t> Most studies use modularity that don't predict practical usefulness.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Limited Comparison</a:t>
            </a:r>
            <a:r>
              <a:rPr lang="en-GB" dirty="0"/>
              <a:t> Modern vs. classical methods not systematically compared, especially at scale.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Practical Utility</a:t>
            </a:r>
            <a:r>
              <a:rPr lang="en-GB" dirty="0"/>
              <a:t> Lack of unified evaluation framework for real-world applications.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F985F7-6C10-146A-879E-E8C2EB00EA28}"/>
              </a:ext>
            </a:extLst>
          </p:cNvPr>
          <p:cNvSpPr txBox="1"/>
          <p:nvPr/>
        </p:nvSpPr>
        <p:spPr>
          <a:xfrm>
            <a:off x="1474576" y="4041351"/>
            <a:ext cx="66435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dirty="0">
                <a:solidFill>
                  <a:srgbClr val="C00000"/>
                </a:solidFill>
              </a:rPr>
              <a:t>Research Question</a:t>
            </a:r>
            <a:r>
              <a:rPr lang="en-GB" b="1" dirty="0"/>
              <a:t>:</a:t>
            </a:r>
            <a:r>
              <a:rPr lang="en-GB" dirty="0"/>
              <a:t> </a:t>
            </a:r>
            <a:r>
              <a:rPr lang="en-GB" i="1" dirty="0"/>
              <a:t>How do different community detection approaches compare in effectiveness and practical utility for recommender systems?</a:t>
            </a:r>
            <a:br>
              <a:rPr lang="en-GB" dirty="0"/>
            </a:br>
            <a:endParaRPr lang="en-GB" dirty="0">
              <a:solidFill>
                <a:schemeClr val="tx1"/>
              </a:solidFill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114384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>
          <a:extLst>
            <a:ext uri="{FF2B5EF4-FFF2-40B4-BE49-F238E27FC236}">
              <a16:creationId xmlns:a16="http://schemas.microsoft.com/office/drawing/2014/main" id="{FB28FECB-DAF0-1C82-BD81-12DB4D45C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72904A96-6AC3-87F8-A678-8125B4FF22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1" y="401540"/>
            <a:ext cx="315407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2400" dirty="0"/>
              <a:t>Research Objectives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9A58FB-F8DB-66F7-D9CA-06F91DE6029C}"/>
              </a:ext>
            </a:extLst>
          </p:cNvPr>
          <p:cNvSpPr txBox="1"/>
          <p:nvPr/>
        </p:nvSpPr>
        <p:spPr>
          <a:xfrm>
            <a:off x="749133" y="1252895"/>
            <a:ext cx="7645733" cy="2637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Study and categorize community detection approaches (classical &amp; modern)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Implement representative algorithms from different categories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Apply algorithms to real-world and synthetic network datasets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Evaluate using structural metrics (modularity, NMI, ARI)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Assess practical usefulness for targeted marketing &amp; recommendation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Compare performance and identify strengths/limitations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Provide insights on trade-offs between simplicity, scalability, and effectiveness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Build an interactive web application for illustration.</a:t>
            </a:r>
          </a:p>
        </p:txBody>
      </p:sp>
    </p:spTree>
    <p:extLst>
      <p:ext uri="{BB962C8B-B14F-4D97-AF65-F5344CB8AC3E}">
        <p14:creationId xmlns:p14="http://schemas.microsoft.com/office/powerpoint/2010/main" val="268830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176EA3C9-469A-AFFC-AAA1-2A0E66A9D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B724BAE-DB96-A7FF-C6FA-58EF2E9181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Methodology</a:t>
            </a:r>
            <a:br>
              <a:rPr lang="en-GB" sz="2400" dirty="0"/>
            </a:br>
            <a:endParaRPr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6AB975-3B2A-588C-5DA1-7BE1A9C64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4548" y="1158759"/>
            <a:ext cx="5934903" cy="36962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974FEA-9FC2-CE3C-0D6F-AD60ED2AF186}"/>
              </a:ext>
            </a:extLst>
          </p:cNvPr>
          <p:cNvSpPr txBox="1"/>
          <p:nvPr/>
        </p:nvSpPr>
        <p:spPr>
          <a:xfrm>
            <a:off x="671794" y="856104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Prisma flow diagram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7791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/>
          <p:cNvGraphicFramePr/>
          <p:nvPr>
            <p:extLst>
              <p:ext uri="{D42A27DB-BD31-4B8C-83A1-F6EECF244321}">
                <p14:modId xmlns:p14="http://schemas.microsoft.com/office/powerpoint/2010/main" val="2973811506"/>
              </p:ext>
            </p:extLst>
          </p:nvPr>
        </p:nvGraphicFramePr>
        <p:xfrm>
          <a:off x="913221" y="1233348"/>
          <a:ext cx="7317558" cy="1069812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Louvain (Blondel et al.)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Greedy modularity optimization.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Traag</a:t>
                      </a: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et al.: up to 25% communities poorly connected.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l-NL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Leiden (Traag et al., 2019)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Guarantees well-connected communities.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Sliwa et al.: </a:t>
                      </a:r>
                      <a:r>
                        <a:rPr lang="fr-FR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detected</a:t>
                      </a: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97 vs. 41 </a:t>
                      </a:r>
                      <a:r>
                        <a:rPr lang="fr-FR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communities</a:t>
                      </a: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vs. Louvain.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BD3E0B57-7F68-281F-1507-BA52FEE08E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Classical Algorithms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B85DD0-6898-3824-BD4C-53B5949C011D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Modularity-Based Approaches</a:t>
            </a:r>
            <a:endParaRPr lang="en-GB" dirty="0"/>
          </a:p>
        </p:txBody>
      </p:sp>
      <p:graphicFrame>
        <p:nvGraphicFramePr>
          <p:cNvPr id="3" name="Google Shape;1472;p28">
            <a:extLst>
              <a:ext uri="{FF2B5EF4-FFF2-40B4-BE49-F238E27FC236}">
                <a16:creationId xmlns:a16="http://schemas.microsoft.com/office/drawing/2014/main" id="{1416669E-7D0F-F9BE-0458-81532CD383F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5818943"/>
              </p:ext>
            </p:extLst>
          </p:nvPr>
        </p:nvGraphicFramePr>
        <p:xfrm>
          <a:off x="913221" y="2818765"/>
          <a:ext cx="7317558" cy="1431337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2045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5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Walktrap</a:t>
                      </a: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(Pons &amp; </a:t>
                      </a:r>
                      <a:r>
                        <a:rPr lang="en-GB" sz="1000" b="0" u="none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Latapy</a:t>
                      </a: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Random walks trapped in dense regions.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Gates et al.: strong on flow-based networks.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l-NL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Infomap (Rosvall &amp; Bergstrom).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Minimizes map equation.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Yang et al.: </a:t>
                      </a:r>
                      <a:r>
                        <a:rPr lang="fr-FR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linear</a:t>
                      </a: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time, top performer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MCL (van Dongen)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Expansion + inflation operators.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Papadopoulos et al.: pre-weighting improves NMI 0.4→0.8.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34730426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4AC9BBB-F5AF-9980-D400-1B7781552A69}"/>
              </a:ext>
            </a:extLst>
          </p:cNvPr>
          <p:cNvSpPr txBox="1"/>
          <p:nvPr/>
        </p:nvSpPr>
        <p:spPr>
          <a:xfrm>
            <a:off x="659918" y="2510988"/>
            <a:ext cx="3078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Random Walk-Based Approaches</a:t>
            </a:r>
            <a:endParaRPr lang="en-GB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7355CC03-C1CF-513F-EF10-26EFE26F3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4A9CD5DB-D007-FC01-E469-8590087134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40528615"/>
              </p:ext>
            </p:extLst>
          </p:nvPr>
        </p:nvGraphicFramePr>
        <p:xfrm>
          <a:off x="913221" y="1125272"/>
          <a:ext cx="7317558" cy="1069812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Girvan-Newman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Removes highest betweenness edges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Gates et al.: O(n³), impractical beyond few thousand nodes.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l-NL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Kernighan-Lin (1970)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Greedy bisection with local search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Li et al.: requires equal-sized partitions.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628E8A3-496B-B1B3-C0AE-5C7D68E63B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Classical Algorithms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27129-0C87-EE60-9272-CBE33BF3ED6F}"/>
              </a:ext>
            </a:extLst>
          </p:cNvPr>
          <p:cNvSpPr txBox="1"/>
          <p:nvPr/>
        </p:nvSpPr>
        <p:spPr>
          <a:xfrm>
            <a:off x="683669" y="817495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Divisive Approaches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7BFC78-0723-54E7-C2EE-16BADF56DD89}"/>
              </a:ext>
            </a:extLst>
          </p:cNvPr>
          <p:cNvSpPr txBox="1"/>
          <p:nvPr/>
        </p:nvSpPr>
        <p:spPr>
          <a:xfrm>
            <a:off x="683669" y="2305242"/>
            <a:ext cx="45459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Statistical Physics-Based Algorithms</a:t>
            </a:r>
            <a:endParaRPr lang="en-GB" dirty="0"/>
          </a:p>
        </p:txBody>
      </p:sp>
      <p:graphicFrame>
        <p:nvGraphicFramePr>
          <p:cNvPr id="9" name="Google Shape;1472;p28">
            <a:extLst>
              <a:ext uri="{FF2B5EF4-FFF2-40B4-BE49-F238E27FC236}">
                <a16:creationId xmlns:a16="http://schemas.microsoft.com/office/drawing/2014/main" id="{7A5F57FD-E7ED-2B2F-533C-D4A00082A3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0972092"/>
              </p:ext>
            </p:extLst>
          </p:nvPr>
        </p:nvGraphicFramePr>
        <p:xfrm>
          <a:off x="913221" y="2723759"/>
          <a:ext cx="7317558" cy="708287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SpinGlass</a:t>
                      </a: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(Reichardt &amp; Bornholdt)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Physics-inspired optimization with simulated annealing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Yang et al.: high complexity; impractical for networks &gt; 10,000 nodes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7455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999D75F7-4D68-6F76-C466-A0B03EDC7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1CDC9EAE-47F6-EEB7-E9B8-75DBBE645F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44992116"/>
              </p:ext>
            </p:extLst>
          </p:nvPr>
        </p:nvGraphicFramePr>
        <p:xfrm>
          <a:off x="913221" y="1389320"/>
          <a:ext cx="7317558" cy="2436700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LPA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 (Raghavan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Nodes adopt most frequent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neighbor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 label.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Gates et al.: fundamentally unstable.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FLPA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Asynchronous updates +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memor.y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Yang et al.: outperforms LPA for μ ∈ [0.5, 0.7].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LPA-MNI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(Li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Modularity + node importance.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Enhanced accuracy and robustness.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339010347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CLPA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(Li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Constrained optimization.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Versatile for different network types.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29863565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FluidC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(Parés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Communities as expanding fluids.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Anuar et al.: ARI ~0.9 on 500K nodes.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977022067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405869BD-2B68-DE3B-6A10-905B4A7E7C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Classical Algorithms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0AA51E-0519-4406-6B43-DA66EAED4FA5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Label Propagation Approaches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997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5B1AB9D8-2D16-45D5-1233-0047DFB01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A3B62CD1-C4F4-BEC6-D102-391375AC6F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Modern Approaches</a:t>
            </a:r>
            <a:br>
              <a:rPr lang="en-GB" sz="2400" dirty="0"/>
            </a:br>
            <a:endParaRPr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DA412D-9887-EDC0-30C5-3C8A113496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467" b="17632"/>
          <a:stretch>
            <a:fillRect/>
          </a:stretch>
        </p:blipFill>
        <p:spPr>
          <a:xfrm>
            <a:off x="847821" y="1165982"/>
            <a:ext cx="7448357" cy="184449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2B91A66-F8BB-0193-29B5-B258F987A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21" y="3010478"/>
            <a:ext cx="7261591" cy="18444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3F25B4-C9AD-8ACB-78AF-9582F592BD61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Graph Neural Networks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3480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4C29FA8F-2B00-DC49-7318-2724978DE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9EA9B289-4368-38DE-4F32-4F821BE703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Recommender Systems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15C853-01D7-7C02-8227-240CCBB06FFA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Three Classical Approaches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A099FE-4D7F-D206-F23E-BC1F11CACF13}"/>
              </a:ext>
            </a:extLst>
          </p:cNvPr>
          <p:cNvSpPr txBox="1"/>
          <p:nvPr/>
        </p:nvSpPr>
        <p:spPr>
          <a:xfrm>
            <a:off x="671794" y="4250102"/>
            <a:ext cx="62170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dirty="0">
                <a:solidFill>
                  <a:schemeClr val="tx1"/>
                </a:solidFill>
                <a:effectLst/>
                <a:latin typeface="+mn-lt"/>
              </a:rPr>
              <a:t>Challenges</a:t>
            </a: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 : Data Sparsity – Cold Start – Scalability – Interpretability.</a:t>
            </a:r>
            <a:endParaRPr lang="en-GB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567992-3FFD-4263-3A50-B45893F7B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6296" y="1275911"/>
            <a:ext cx="4751408" cy="259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245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E792794C-9EAC-CD5C-F5F9-8CDF425C5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6E51CED6-F678-B7E7-226E-1C99A20574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55671678"/>
              </p:ext>
            </p:extLst>
          </p:nvPr>
        </p:nvGraphicFramePr>
        <p:xfrm>
          <a:off x="783683" y="1129079"/>
          <a:ext cx="7952483" cy="156700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5649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9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8417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</a:t>
                      </a:r>
                      <a:r>
                        <a:rPr lang="en-GB" sz="1000" b="1" u="sng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tudy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Application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Results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Paul et al. (2025)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Commerce Graph.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Customers with high centrality enable personalized promotions.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Nasirzonouzi (2025)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Customer segmentation.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Reveals complex interrelations K-means fails to capture.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Kanavos et al. (2024)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Twitter community analysis.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Community structures influence information dissemination.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33966776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B3D6EE7B-1F9E-1D7A-7365-1EC1515794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Applications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421839-EDDC-40D0-C3D8-BFC558406C9C}"/>
              </a:ext>
            </a:extLst>
          </p:cNvPr>
          <p:cNvSpPr txBox="1"/>
          <p:nvPr/>
        </p:nvSpPr>
        <p:spPr>
          <a:xfrm>
            <a:off x="658542" y="821302"/>
            <a:ext cx="33864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Targeted Marketing and E-Commerce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9A0087-AFF8-44CB-3E58-545CAF5C707B}"/>
              </a:ext>
            </a:extLst>
          </p:cNvPr>
          <p:cNvSpPr txBox="1"/>
          <p:nvPr/>
        </p:nvSpPr>
        <p:spPr>
          <a:xfrm>
            <a:off x="658542" y="2696088"/>
            <a:ext cx="33864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Recommender Systems Applications</a:t>
            </a:r>
            <a:endParaRPr lang="en-GB" dirty="0"/>
          </a:p>
        </p:txBody>
      </p:sp>
      <p:graphicFrame>
        <p:nvGraphicFramePr>
          <p:cNvPr id="6" name="Google Shape;1472;p28">
            <a:extLst>
              <a:ext uri="{FF2B5EF4-FFF2-40B4-BE49-F238E27FC236}">
                <a16:creationId xmlns:a16="http://schemas.microsoft.com/office/drawing/2014/main" id="{75FA7485-DAB4-7DC9-1589-28BBAD6FA3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38852815"/>
              </p:ext>
            </p:extLst>
          </p:nvPr>
        </p:nvGraphicFramePr>
        <p:xfrm>
          <a:off x="783683" y="3003865"/>
          <a:ext cx="7701775" cy="156700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699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9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2184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</a:t>
                      </a:r>
                      <a:r>
                        <a:rPr lang="en-GB" sz="1000" b="1" u="sng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tudy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Application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Results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 dirty="0" err="1">
                          <a:effectLst/>
                          <a:latin typeface="Mulish" panose="020B0604020202020204" charset="0"/>
                        </a:rPr>
                        <a:t>Saikalyan</a:t>
                      </a: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 et al. (2024)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Local community detection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Effective cold-start on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MovieLens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 and Facebook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Hu et al. (2024)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GGCRF framework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Addresses long-tail effect in recommendation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S.K.S. et al. (2025)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Textual semantics + GNNs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Improves community detection accuracy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339667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75985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954278D2-840C-CA9C-AD64-252B6385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8DBA8AFA-74B4-6BE2-48A2-CA7329CA06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Applications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C39706-B2FF-6372-F8FB-FFB8F672684D}"/>
              </a:ext>
            </a:extLst>
          </p:cNvPr>
          <p:cNvSpPr txBox="1"/>
          <p:nvPr/>
        </p:nvSpPr>
        <p:spPr>
          <a:xfrm>
            <a:off x="860248" y="1083898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Proposed Hybrid Approaches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0BC919-22EF-EBF4-8E50-0FC5A9A2F718}"/>
              </a:ext>
            </a:extLst>
          </p:cNvPr>
          <p:cNvSpPr txBox="1"/>
          <p:nvPr/>
        </p:nvSpPr>
        <p:spPr>
          <a:xfrm>
            <a:off x="860248" y="1566158"/>
            <a:ext cx="4988102" cy="1668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i="0" dirty="0">
                <a:solidFill>
                  <a:schemeClr val="tx1"/>
                </a:solidFill>
                <a:effectLst/>
                <a:latin typeface="+mj-lt"/>
              </a:rPr>
              <a:t>User-Based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Item-Based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SVD + Community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ALS + Community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BM25 + Community</a:t>
            </a:r>
            <a:endParaRPr lang="en-GB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072506-3E5E-5429-3095-C1A56459F803}"/>
              </a:ext>
            </a:extLst>
          </p:cNvPr>
          <p:cNvSpPr txBox="1"/>
          <p:nvPr/>
        </p:nvSpPr>
        <p:spPr>
          <a:xfrm>
            <a:off x="4155898" y="1135271"/>
            <a:ext cx="4988102" cy="2099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How They work </a:t>
            </a:r>
          </a:p>
          <a:p>
            <a:endParaRPr lang="en-GB" b="1" dirty="0"/>
          </a:p>
          <a:p>
            <a:pPr>
              <a:lnSpc>
                <a:spcPct val="150000"/>
              </a:lnSpc>
            </a:pPr>
            <a:r>
              <a:rPr lang="en-GB" dirty="0"/>
              <a:t>Community structure → Constrains candidate space, reduces sparsity.</a:t>
            </a:r>
          </a:p>
          <a:p>
            <a:pPr>
              <a:lnSpc>
                <a:spcPct val="150000"/>
              </a:lnSpc>
            </a:pPr>
            <a:r>
              <a:rPr lang="en-GB" dirty="0"/>
              <a:t>Latent factors (SVD/ALS) → Captures fine-grained preferences.</a:t>
            </a:r>
          </a:p>
          <a:p>
            <a:pPr>
              <a:lnSpc>
                <a:spcPct val="150000"/>
              </a:lnSpc>
            </a:pPr>
            <a:r>
              <a:rPr lang="en-GB" dirty="0"/>
              <a:t>BM25 → Leverages statistical co-purchasing patterns.</a:t>
            </a:r>
          </a:p>
        </p:txBody>
      </p:sp>
    </p:spTree>
    <p:extLst>
      <p:ext uri="{BB962C8B-B14F-4D97-AF65-F5344CB8AC3E}">
        <p14:creationId xmlns:p14="http://schemas.microsoft.com/office/powerpoint/2010/main" val="1987707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0509D351-6F44-8E02-3863-FA2D6859F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CE0D523-9353-13A6-6E4A-A50E6CE88C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Methodology Overview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7DFAE-27AF-C953-3F85-D8BFF5039A8F}"/>
              </a:ext>
            </a:extLst>
          </p:cNvPr>
          <p:cNvSpPr txBox="1"/>
          <p:nvPr/>
        </p:nvSpPr>
        <p:spPr>
          <a:xfrm>
            <a:off x="524792" y="800931"/>
            <a:ext cx="376664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Phase 1: Community Detection Evaluation</a:t>
            </a:r>
            <a:endParaRPr lang="en-GB" dirty="0"/>
          </a:p>
          <a:p>
            <a:br>
              <a:rPr lang="en-GB" dirty="0"/>
            </a:br>
            <a:endParaRPr lang="en-GB" b="1" dirty="0"/>
          </a:p>
        </p:txBody>
      </p:sp>
      <p:graphicFrame>
        <p:nvGraphicFramePr>
          <p:cNvPr id="3" name="Google Shape;1472;p28">
            <a:extLst>
              <a:ext uri="{FF2B5EF4-FFF2-40B4-BE49-F238E27FC236}">
                <a16:creationId xmlns:a16="http://schemas.microsoft.com/office/drawing/2014/main" id="{66749852-8379-C3E0-57CC-AD1161444A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89347903"/>
              </p:ext>
            </p:extLst>
          </p:nvPr>
        </p:nvGraphicFramePr>
        <p:xfrm>
          <a:off x="580288" y="1170263"/>
          <a:ext cx="8100381" cy="1889081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358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85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3404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  <a:gridCol w="2119643">
                  <a:extLst>
                    <a:ext uri="{9D8B030D-6E8A-4147-A177-3AD203B41FA5}">
                      <a16:colId xmlns:a16="http://schemas.microsoft.com/office/drawing/2014/main" val="1122031089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 err="1">
                          <a:solidFill>
                            <a:schemeClr val="dk1"/>
                          </a:solidFill>
                          <a:latin typeface="Mulish" panose="020B0604020202020204" charset="0"/>
                          <a:ea typeface="Mulish"/>
                          <a:cs typeface="Mulish"/>
                          <a:sym typeface="Mulish"/>
                        </a:rPr>
                        <a:t>Category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Algorithms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Datasets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000" b="1" u="sng" dirty="0" err="1">
                          <a:solidFill>
                            <a:schemeClr val="dk1"/>
                          </a:solidFill>
                          <a:latin typeface="Mulish" panose="020B0604020202020204" charset="0"/>
                          <a:ea typeface="Mulish"/>
                          <a:cs typeface="Mulish"/>
                          <a:sym typeface="Mulish"/>
                        </a:rPr>
                        <a:t>Metrics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Classical (13)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Louvain, Leiden,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Walktrap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Infomap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LPA, FLPA, LPA-MNI, CLPA,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FluidC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Girvan-Newman, Kernighan-Lin,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SpinGlass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MCL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9 real-world + LFR synthetic (6 sizes)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NMI, ARI, Modularity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Deep Learning (4)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GCN, GAT, VGAE, Autoencoder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9 real-world + LFR synthetic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NMI, ARI, Modularity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47289AC-93AF-40FE-1B08-9F08F906AC3F}"/>
              </a:ext>
            </a:extLst>
          </p:cNvPr>
          <p:cNvSpPr txBox="1"/>
          <p:nvPr/>
        </p:nvSpPr>
        <p:spPr>
          <a:xfrm>
            <a:off x="524792" y="3121637"/>
            <a:ext cx="40472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Phase 2: Recommender System Integration</a:t>
            </a:r>
            <a:br>
              <a:rPr lang="en-GB" dirty="0"/>
            </a:br>
            <a:endParaRPr lang="en-GB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79A1B7-C887-8263-D14E-BE22405031FF}"/>
              </a:ext>
            </a:extLst>
          </p:cNvPr>
          <p:cNvSpPr txBox="1"/>
          <p:nvPr/>
        </p:nvSpPr>
        <p:spPr>
          <a:xfrm>
            <a:off x="580287" y="3469980"/>
            <a:ext cx="8038921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Recommendation Approaches: User-Based, Item-Based, </a:t>
            </a:r>
            <a:r>
              <a:rPr lang="en-GB" dirty="0" err="1"/>
              <a:t>SVD+Community</a:t>
            </a:r>
            <a:r>
              <a:rPr lang="en-GB" dirty="0"/>
              <a:t>, </a:t>
            </a:r>
            <a:r>
              <a:rPr lang="en-GB" dirty="0" err="1"/>
              <a:t>ALS+Community</a:t>
            </a:r>
            <a:r>
              <a:rPr lang="en-GB" dirty="0"/>
              <a:t>, BM25+Community.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Dataset: UCI Online Retail (541,909 transactions)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Primary Metric: F1@5</a:t>
            </a:r>
            <a:br>
              <a:rPr lang="en-GB" dirty="0"/>
            </a:b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83DD7C-9085-CBE8-E8C7-C1BBAD9DD5BB}"/>
              </a:ext>
            </a:extLst>
          </p:cNvPr>
          <p:cNvSpPr txBox="1"/>
          <p:nvPr/>
        </p:nvSpPr>
        <p:spPr>
          <a:xfrm>
            <a:off x="583270" y="4476518"/>
            <a:ext cx="40472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Phase 3: Web Application</a:t>
            </a:r>
            <a:br>
              <a:rPr lang="en-GB" dirty="0"/>
            </a:b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822545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9D1E95A5-2D11-8AEC-B51D-89FC164B6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7844B5E0-0524-B578-AF66-DD11CF2738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Methodology Overview – Datasets Used</a:t>
            </a:r>
            <a:endParaRPr sz="240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414DDEC-7ABA-7F21-783A-D0BC873587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5248702"/>
              </p:ext>
            </p:extLst>
          </p:nvPr>
        </p:nvGraphicFramePr>
        <p:xfrm>
          <a:off x="1066800" y="1309641"/>
          <a:ext cx="7010400" cy="636270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800100">
                  <a:extLst>
                    <a:ext uri="{9D8B030D-6E8A-4147-A177-3AD203B41FA5}">
                      <a16:colId xmlns:a16="http://schemas.microsoft.com/office/drawing/2014/main" val="283988454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302590154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38008431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59509958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42368024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893014334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43471772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3241167648"/>
                    </a:ext>
                  </a:extLst>
                </a:gridCol>
              </a:tblGrid>
              <a:tr h="33147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Dataset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Karate Club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Dolphins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Football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 err="1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Polbooks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Primary School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Facebook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 err="1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LastFM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3610145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 Nodes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34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62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115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105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236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4,039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28,281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1862257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BA97A939-13F5-3BA5-765E-9AA6206CBA52}"/>
              </a:ext>
            </a:extLst>
          </p:cNvPr>
          <p:cNvSpPr txBox="1"/>
          <p:nvPr/>
        </p:nvSpPr>
        <p:spPr>
          <a:xfrm>
            <a:off x="524792" y="849147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Datasets Summary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FBC31F-6A6D-E3C7-C920-C0739D01CCD6}"/>
              </a:ext>
            </a:extLst>
          </p:cNvPr>
          <p:cNvSpPr txBox="1"/>
          <p:nvPr/>
        </p:nvSpPr>
        <p:spPr>
          <a:xfrm>
            <a:off x="524792" y="2098628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LFR Synthetic Networks</a:t>
            </a:r>
            <a:endParaRPr lang="en-GB" dirty="0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93A0F4AC-F3BA-2C1F-FAC5-66D26559C1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9220262"/>
              </p:ext>
            </p:extLst>
          </p:nvPr>
        </p:nvGraphicFramePr>
        <p:xfrm>
          <a:off x="914400" y="2584500"/>
          <a:ext cx="7162800" cy="1214628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3581400">
                  <a:extLst>
                    <a:ext uri="{9D8B030D-6E8A-4147-A177-3AD203B41FA5}">
                      <a16:colId xmlns:a16="http://schemas.microsoft.com/office/drawing/2014/main" val="3019148236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24231083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Parameter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100" b="0">
                          <a:effectLst/>
                          <a:latin typeface="Mulish" panose="020B0604020202020204" charset="0"/>
                        </a:rPr>
                        <a:t>Values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315215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Network Size (n)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500, 1,000, 5,000, 10,000, 50,000, 100,000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410522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Mixing Parameter (μ)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0.3, 0.5, 0.7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843515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5215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44D39BA6-11D7-32DA-FB06-463415BA4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0DF7DA1D-E7F5-8082-6D85-8D7E185FFA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Methodology Overview - Evaluation Metrics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FF8D9-3F32-57E3-3950-CD475CAA63E7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</a:t>
            </a:r>
          </a:p>
        </p:txBody>
      </p:sp>
      <p:graphicFrame>
        <p:nvGraphicFramePr>
          <p:cNvPr id="3" name="Google Shape;1472;p28">
            <a:extLst>
              <a:ext uri="{FF2B5EF4-FFF2-40B4-BE49-F238E27FC236}">
                <a16:creationId xmlns:a16="http://schemas.microsoft.com/office/drawing/2014/main" id="{0E41DD02-7A2B-B2D4-E2BC-BBED12D498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0637111"/>
              </p:ext>
            </p:extLst>
          </p:nvPr>
        </p:nvGraphicFramePr>
        <p:xfrm>
          <a:off x="580287" y="1170263"/>
          <a:ext cx="7834247" cy="156700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7799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8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5402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 err="1">
                          <a:solidFill>
                            <a:schemeClr val="dk1"/>
                          </a:solidFill>
                          <a:latin typeface="Mulish" panose="020B0604020202020204" charset="0"/>
                          <a:ea typeface="Mulish"/>
                          <a:cs typeface="Mulish"/>
                          <a:sym typeface="Mulish"/>
                        </a:rPr>
                        <a:t>Metric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Purpose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Range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Modularity (Q)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Quality without ground truth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[-0.5, 1.0]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NMI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Similarity to ground truth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[0, 1]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ARI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Similarity adjusted for chance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[-1, 1]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76155092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A6B56E7-8B26-F34A-A5A3-0AE6D85D763D}"/>
              </a:ext>
            </a:extLst>
          </p:cNvPr>
          <p:cNvSpPr txBox="1"/>
          <p:nvPr/>
        </p:nvSpPr>
        <p:spPr>
          <a:xfrm>
            <a:off x="524792" y="2842016"/>
            <a:ext cx="40472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Recommender System Metrics (@K)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DFE5D3-ED74-7020-B375-059D44063BF1}"/>
              </a:ext>
            </a:extLst>
          </p:cNvPr>
          <p:cNvSpPr txBox="1"/>
          <p:nvPr/>
        </p:nvSpPr>
        <p:spPr>
          <a:xfrm>
            <a:off x="524792" y="3083033"/>
            <a:ext cx="8038921" cy="1345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Precision@K</a:t>
            </a:r>
            <a:r>
              <a:rPr lang="en-GB" dirty="0"/>
              <a:t> : Relevant items in top-K / 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Recall@K</a:t>
            </a:r>
            <a:r>
              <a:rPr lang="en-GB" dirty="0"/>
              <a:t> : Relevant in top-K / Total relevant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F1@K : 2 × (Precision × Recall) / (Precision + Recall)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70959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D6964F16-FACE-A775-7FD5-8641F7B3B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7D66ABEB-E8C2-021D-73C4-437069066A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Classical Algorithms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C544C1-4CFF-F9F4-6BF6-7610D052D28E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Modularity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74EDC8-B483-2A63-E5E0-F2A863FCF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662" y="1373631"/>
            <a:ext cx="7057634" cy="306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1935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3B114360-2622-11DD-DEF4-AAA9D6FC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957DA193-A11C-2583-CA58-3C56995DB2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Classical Algorithms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80FCA-BA52-2AD0-298B-DCAAE4E48131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236D4E-1DE0-1E30-C7FC-EBC4A6CAF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995" y="1373631"/>
            <a:ext cx="6890009" cy="2996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6749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A4C2648B-CB7D-A974-9821-08E33F083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51A81F8-9DE8-1B84-B1FD-3A824D415E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Classical Algorithms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88BC2F-227A-7B45-82CD-9F3617B6CBEE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ARI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8E33C1-1CD7-AB79-7A3C-ACD2FBF8AA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636" y="1241109"/>
            <a:ext cx="7292728" cy="3211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4014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308824CA-FEBF-35C9-3B3F-5752FF2E6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11988D8-74BB-7B64-EEBD-514E506052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Deep Learning Methods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B1EFA-F5BA-2B41-E81D-C2A6249F1234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Results - Deep Learning Methods - NMI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6C6707-85C2-A7E0-4F4C-D83B2BB40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6944259"/>
              </p:ext>
            </p:extLst>
          </p:nvPr>
        </p:nvGraphicFramePr>
        <p:xfrm>
          <a:off x="601442" y="1108708"/>
          <a:ext cx="7941115" cy="1409830"/>
        </p:xfrm>
        <a:graphic>
          <a:graphicData uri="http://schemas.openxmlformats.org/drawingml/2006/table">
            <a:tbl>
              <a:tblPr firstRow="1" firstCol="1" bandRow="1">
                <a:tableStyleId>{AE00A097-0C75-493B-BA82-CAC8FEF640B5}</a:tableStyleId>
              </a:tblPr>
              <a:tblGrid>
                <a:gridCol w="983065">
                  <a:extLst>
                    <a:ext uri="{9D8B030D-6E8A-4147-A177-3AD203B41FA5}">
                      <a16:colId xmlns:a16="http://schemas.microsoft.com/office/drawing/2014/main" val="3616488025"/>
                    </a:ext>
                  </a:extLst>
                </a:gridCol>
                <a:gridCol w="669434">
                  <a:extLst>
                    <a:ext uri="{9D8B030D-6E8A-4147-A177-3AD203B41FA5}">
                      <a16:colId xmlns:a16="http://schemas.microsoft.com/office/drawing/2014/main" val="3155446673"/>
                    </a:ext>
                  </a:extLst>
                </a:gridCol>
                <a:gridCol w="730291">
                  <a:extLst>
                    <a:ext uri="{9D8B030D-6E8A-4147-A177-3AD203B41FA5}">
                      <a16:colId xmlns:a16="http://schemas.microsoft.com/office/drawing/2014/main" val="4058151891"/>
                    </a:ext>
                  </a:extLst>
                </a:gridCol>
                <a:gridCol w="842953">
                  <a:extLst>
                    <a:ext uri="{9D8B030D-6E8A-4147-A177-3AD203B41FA5}">
                      <a16:colId xmlns:a16="http://schemas.microsoft.com/office/drawing/2014/main" val="944134335"/>
                    </a:ext>
                  </a:extLst>
                </a:gridCol>
                <a:gridCol w="868057">
                  <a:extLst>
                    <a:ext uri="{9D8B030D-6E8A-4147-A177-3AD203B41FA5}">
                      <a16:colId xmlns:a16="http://schemas.microsoft.com/office/drawing/2014/main" val="4026360934"/>
                    </a:ext>
                  </a:extLst>
                </a:gridCol>
                <a:gridCol w="677775">
                  <a:extLst>
                    <a:ext uri="{9D8B030D-6E8A-4147-A177-3AD203B41FA5}">
                      <a16:colId xmlns:a16="http://schemas.microsoft.com/office/drawing/2014/main" val="168671064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581253123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68733438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2782099018"/>
                    </a:ext>
                  </a:extLst>
                </a:gridCol>
                <a:gridCol w="956113">
                  <a:extLst>
                    <a:ext uri="{9D8B030D-6E8A-4147-A177-3AD203B41FA5}">
                      <a16:colId xmlns:a16="http://schemas.microsoft.com/office/drawing/2014/main" val="2635150379"/>
                    </a:ext>
                  </a:extLst>
                </a:gridCol>
              </a:tblGrid>
              <a:tr h="424054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Algorithm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Karate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Dolphins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Football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Polbooks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FB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 err="1">
                          <a:effectLst/>
                        </a:rPr>
                        <a:t>LastFM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2840606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GCN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0.8372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0.8888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0.925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0.5745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0.1421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0.7871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0.6342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0.0486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0.0313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34496182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GAT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0.5756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0.8165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0.9195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0.4592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0.1119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0.8214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0.6343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0.0441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0.0295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7764320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fr-FR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GB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GAE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0.7324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0.9231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0.445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0.1263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0.7886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0.6095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0.0348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0.0258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12663933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fr-FR" sz="1100" kern="100" dirty="0" err="1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Autoencoder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0.093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0.0279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0.8973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0.1635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0.1177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0.6207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0.567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0.0525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0.0296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834074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ABFD431-AB48-8A36-9430-3C02E563AF4B}"/>
              </a:ext>
            </a:extLst>
          </p:cNvPr>
          <p:cNvSpPr txBox="1"/>
          <p:nvPr/>
        </p:nvSpPr>
        <p:spPr>
          <a:xfrm>
            <a:off x="524792" y="2624963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Results - Deep Learning Methods - ARI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121F5E6-8AF6-29A1-2793-BD2A83488F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462846"/>
              </p:ext>
            </p:extLst>
          </p:nvPr>
        </p:nvGraphicFramePr>
        <p:xfrm>
          <a:off x="601442" y="2932740"/>
          <a:ext cx="7941115" cy="1409830"/>
        </p:xfrm>
        <a:graphic>
          <a:graphicData uri="http://schemas.openxmlformats.org/drawingml/2006/table">
            <a:tbl>
              <a:tblPr firstRow="1" firstCol="1" bandRow="1">
                <a:tableStyleId>{AE00A097-0C75-493B-BA82-CAC8FEF640B5}</a:tableStyleId>
              </a:tblPr>
              <a:tblGrid>
                <a:gridCol w="983065">
                  <a:extLst>
                    <a:ext uri="{9D8B030D-6E8A-4147-A177-3AD203B41FA5}">
                      <a16:colId xmlns:a16="http://schemas.microsoft.com/office/drawing/2014/main" val="3616488025"/>
                    </a:ext>
                  </a:extLst>
                </a:gridCol>
                <a:gridCol w="669434">
                  <a:extLst>
                    <a:ext uri="{9D8B030D-6E8A-4147-A177-3AD203B41FA5}">
                      <a16:colId xmlns:a16="http://schemas.microsoft.com/office/drawing/2014/main" val="3155446673"/>
                    </a:ext>
                  </a:extLst>
                </a:gridCol>
                <a:gridCol w="730291">
                  <a:extLst>
                    <a:ext uri="{9D8B030D-6E8A-4147-A177-3AD203B41FA5}">
                      <a16:colId xmlns:a16="http://schemas.microsoft.com/office/drawing/2014/main" val="4058151891"/>
                    </a:ext>
                  </a:extLst>
                </a:gridCol>
                <a:gridCol w="842953">
                  <a:extLst>
                    <a:ext uri="{9D8B030D-6E8A-4147-A177-3AD203B41FA5}">
                      <a16:colId xmlns:a16="http://schemas.microsoft.com/office/drawing/2014/main" val="944134335"/>
                    </a:ext>
                  </a:extLst>
                </a:gridCol>
                <a:gridCol w="868057">
                  <a:extLst>
                    <a:ext uri="{9D8B030D-6E8A-4147-A177-3AD203B41FA5}">
                      <a16:colId xmlns:a16="http://schemas.microsoft.com/office/drawing/2014/main" val="4026360934"/>
                    </a:ext>
                  </a:extLst>
                </a:gridCol>
                <a:gridCol w="677775">
                  <a:extLst>
                    <a:ext uri="{9D8B030D-6E8A-4147-A177-3AD203B41FA5}">
                      <a16:colId xmlns:a16="http://schemas.microsoft.com/office/drawing/2014/main" val="168671064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581253123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68733438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2782099018"/>
                    </a:ext>
                  </a:extLst>
                </a:gridCol>
                <a:gridCol w="956113">
                  <a:extLst>
                    <a:ext uri="{9D8B030D-6E8A-4147-A177-3AD203B41FA5}">
                      <a16:colId xmlns:a16="http://schemas.microsoft.com/office/drawing/2014/main" val="2635150379"/>
                    </a:ext>
                  </a:extLst>
                </a:gridCol>
              </a:tblGrid>
              <a:tr h="424054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Algorithm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Karate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Dolphins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Football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Polbooks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FB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 err="1">
                          <a:effectLst/>
                        </a:rPr>
                        <a:t>LastFM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2840606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GCN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0.8823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0.9348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0.8995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0.6745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0.0272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0.6808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0.4339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0.0614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0.0073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34496182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GAT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0.6682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0.8725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0.8955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0.4903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0.0129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0.7574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0.4490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0.0528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0.0064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7764320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fr-FR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GB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GAE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0.7717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1.0000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0.8905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0.4953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0.0234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0.7252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0.4248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0.0278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0.0049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12663933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fr-FR" sz="1100" kern="100" dirty="0" err="1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Autoencoder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0.0072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0.0578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0.8358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0.0181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0.0144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0.3707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0.3719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0.0622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0.0061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83407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22512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67113C64-DD84-EDF1-5F59-99C59192D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0815C798-64A9-314A-93D9-40013F881B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LFR Benchmark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8798D0-DC89-E461-4640-8ADBE0DDCDF8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E40C0A-5E0C-29FD-A158-DB51965E5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62" y="1267198"/>
            <a:ext cx="6217254" cy="30388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ACDE43E-B4AB-D86E-B30C-9DED550000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9284" y="1230730"/>
            <a:ext cx="2228045" cy="311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0042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F1ED6611-B925-2646-B0E0-722FBB3A8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E573BBD-D3FA-130C-93D3-9F7F2B8FC9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LFR Benchmark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9D73F3-AA8B-E668-E161-674D1360A699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30B2DF-5426-4913-2428-6338B2F031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941" y="1108708"/>
            <a:ext cx="6675076" cy="374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4293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C13386E3-C290-85D0-B3C4-B3FA7C8D3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EDB7142-792A-767E-721F-C034A10C1A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LFR Benchmark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A9C1A0-A184-A35E-BB21-7B903BB3094A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5173C9-DD53-9391-B41E-2A328757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022" y="1276169"/>
            <a:ext cx="6315956" cy="2591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1346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7267403B-BCC4-13CC-98E2-69BD5E317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8FC45F93-D7AF-915A-3A14-4F422A01B0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Recommender System Integration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9A60D3-B908-DF68-2B50-5415AA525A43}"/>
              </a:ext>
            </a:extLst>
          </p:cNvPr>
          <p:cNvSpPr txBox="1"/>
          <p:nvPr/>
        </p:nvSpPr>
        <p:spPr>
          <a:xfrm>
            <a:off x="524792" y="1012597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Hyperparameter Tuning Results</a:t>
            </a:r>
            <a:endParaRPr lang="en-GB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E8CCB06-D633-E3C8-C56D-E4E0355CA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531302"/>
              </p:ext>
            </p:extLst>
          </p:nvPr>
        </p:nvGraphicFramePr>
        <p:xfrm>
          <a:off x="618788" y="1779524"/>
          <a:ext cx="7906423" cy="1432052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338787">
                  <a:extLst>
                    <a:ext uri="{9D8B030D-6E8A-4147-A177-3AD203B41FA5}">
                      <a16:colId xmlns:a16="http://schemas.microsoft.com/office/drawing/2014/main" val="1829000799"/>
                    </a:ext>
                  </a:extLst>
                </a:gridCol>
                <a:gridCol w="1889024">
                  <a:extLst>
                    <a:ext uri="{9D8B030D-6E8A-4147-A177-3AD203B41FA5}">
                      <a16:colId xmlns:a16="http://schemas.microsoft.com/office/drawing/2014/main" val="1143085909"/>
                    </a:ext>
                  </a:extLst>
                </a:gridCol>
                <a:gridCol w="1253435">
                  <a:extLst>
                    <a:ext uri="{9D8B030D-6E8A-4147-A177-3AD203B41FA5}">
                      <a16:colId xmlns:a16="http://schemas.microsoft.com/office/drawing/2014/main" val="1394736056"/>
                    </a:ext>
                  </a:extLst>
                </a:gridCol>
                <a:gridCol w="1957589">
                  <a:extLst>
                    <a:ext uri="{9D8B030D-6E8A-4147-A177-3AD203B41FA5}">
                      <a16:colId xmlns:a16="http://schemas.microsoft.com/office/drawing/2014/main" val="2202461204"/>
                    </a:ext>
                  </a:extLst>
                </a:gridCol>
                <a:gridCol w="1467588">
                  <a:extLst>
                    <a:ext uri="{9D8B030D-6E8A-4147-A177-3AD203B41FA5}">
                      <a16:colId xmlns:a16="http://schemas.microsoft.com/office/drawing/2014/main" val="32444805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Model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Default Config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Default F1@5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Tuned Config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Tuned F1@5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4283003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ALS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factors=20, reg=0.1, α=40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0.149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factors=100, reg=0.1, α=10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0.371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83307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BM25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k1=1.5, b=0.75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0.178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k1=3.0, b=1.0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0.211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517509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SVD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n_components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=50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0.277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n_components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=50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0.277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351261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62288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09BFE3BD-AAAC-77ED-FF08-109F87A6A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0A7E519-280B-DDB1-F8BB-396EC2CE32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Recommender System Integration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7FFFC0-B17B-673E-CABE-DAC7344906CC}"/>
              </a:ext>
            </a:extLst>
          </p:cNvPr>
          <p:cNvSpPr txBox="1"/>
          <p:nvPr/>
        </p:nvSpPr>
        <p:spPr>
          <a:xfrm>
            <a:off x="524792" y="783022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Performance Summary</a:t>
            </a:r>
            <a:endParaRPr lang="en-GB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4814F4A-03B3-3F52-892B-81F3A519E7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675" y="1106069"/>
            <a:ext cx="8211374" cy="3393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1092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F9003DFF-C6BF-4710-AAE4-32A1C7461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C02207D6-B671-9CA1-46D4-A7679B5D11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Recommender System Integration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339749-D715-4BFD-60B7-FC19968FCE67}"/>
              </a:ext>
            </a:extLst>
          </p:cNvPr>
          <p:cNvSpPr txBox="1"/>
          <p:nvPr/>
        </p:nvSpPr>
        <p:spPr>
          <a:xfrm>
            <a:off x="524792" y="783022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Performance Summary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D56017-2FDE-11E4-00CE-E127EA1455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216" y="1090800"/>
            <a:ext cx="8212930" cy="326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7350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Google Shape;1504;p31"/>
          <p:cNvSpPr txBox="1">
            <a:spLocks noGrp="1"/>
          </p:cNvSpPr>
          <p:nvPr>
            <p:ph type="title"/>
          </p:nvPr>
        </p:nvSpPr>
        <p:spPr>
          <a:xfrm>
            <a:off x="1463100" y="1733550"/>
            <a:ext cx="6217800" cy="16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WEB </a:t>
            </a:r>
            <a:br>
              <a:rPr lang="en" dirty="0"/>
            </a:br>
            <a:r>
              <a:rPr lang="en" dirty="0"/>
              <a:t>APPLICATION</a:t>
            </a:r>
            <a:endParaRPr dirty="0"/>
          </a:p>
        </p:txBody>
      </p:sp>
      <p:grpSp>
        <p:nvGrpSpPr>
          <p:cNvPr id="1507" name="Google Shape;1507;p31"/>
          <p:cNvGrpSpPr/>
          <p:nvPr/>
        </p:nvGrpSpPr>
        <p:grpSpPr>
          <a:xfrm rot="6922716">
            <a:off x="7561124" y="746898"/>
            <a:ext cx="435969" cy="322677"/>
            <a:chOff x="8529533" y="681525"/>
            <a:chExt cx="435967" cy="322675"/>
          </a:xfrm>
        </p:grpSpPr>
        <p:sp>
          <p:nvSpPr>
            <p:cNvPr id="1508" name="Google Shape;1508;p31"/>
            <p:cNvSpPr/>
            <p:nvPr/>
          </p:nvSpPr>
          <p:spPr>
            <a:xfrm rot="10800000">
              <a:off x="8529533" y="886943"/>
              <a:ext cx="86700" cy="86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09" name="Google Shape;1509;p31"/>
            <p:cNvSpPr/>
            <p:nvPr/>
          </p:nvSpPr>
          <p:spPr>
            <a:xfrm rot="10800000">
              <a:off x="8825400" y="681525"/>
              <a:ext cx="140100" cy="140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0" name="Google Shape;1510;p31"/>
            <p:cNvSpPr/>
            <p:nvPr/>
          </p:nvSpPr>
          <p:spPr>
            <a:xfrm rot="10800000">
              <a:off x="8869800" y="952900"/>
              <a:ext cx="51300" cy="513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511" name="Google Shape;1511;p31"/>
          <p:cNvGrpSpPr/>
          <p:nvPr/>
        </p:nvGrpSpPr>
        <p:grpSpPr>
          <a:xfrm>
            <a:off x="970225" y="3797250"/>
            <a:ext cx="406275" cy="563575"/>
            <a:chOff x="140150" y="4340075"/>
            <a:chExt cx="406275" cy="563575"/>
          </a:xfrm>
        </p:grpSpPr>
        <p:sp>
          <p:nvSpPr>
            <p:cNvPr id="1512" name="Google Shape;1512;p31"/>
            <p:cNvSpPr/>
            <p:nvPr/>
          </p:nvSpPr>
          <p:spPr>
            <a:xfrm rot="10800000">
              <a:off x="140150" y="4340075"/>
              <a:ext cx="86700" cy="86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3" name="Google Shape;1513;p31"/>
            <p:cNvSpPr/>
            <p:nvPr/>
          </p:nvSpPr>
          <p:spPr>
            <a:xfrm rot="10800000">
              <a:off x="298325" y="4657175"/>
              <a:ext cx="140100" cy="1401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4" name="Google Shape;1514;p31"/>
            <p:cNvSpPr/>
            <p:nvPr/>
          </p:nvSpPr>
          <p:spPr>
            <a:xfrm rot="10800000">
              <a:off x="495125" y="4852350"/>
              <a:ext cx="51300" cy="513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5" name="Google Shape;1515;p31"/>
            <p:cNvSpPr/>
            <p:nvPr/>
          </p:nvSpPr>
          <p:spPr>
            <a:xfrm rot="10800000">
              <a:off x="165050" y="4657175"/>
              <a:ext cx="51300" cy="51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3E0F71EF-2C0D-C19C-0855-9AB6EC08F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FBECB050-3114-BDE7-1FA5-4715E7380D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Conclusion &amp; Future Perspectives</a:t>
            </a: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9943132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56053F4E-462E-C3CF-87F8-2E2BE570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D68F57F-E34D-E233-2B7B-7F0265246B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98888" y="1741473"/>
            <a:ext cx="634622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n-GB" sz="5000" dirty="0"/>
              <a:t>Thank you for your attention</a:t>
            </a:r>
            <a:endParaRPr sz="5000" dirty="0"/>
          </a:p>
        </p:txBody>
      </p:sp>
    </p:spTree>
    <p:extLst>
      <p:ext uri="{BB962C8B-B14F-4D97-AF65-F5344CB8AC3E}">
        <p14:creationId xmlns:p14="http://schemas.microsoft.com/office/powerpoint/2010/main" val="2304006932"/>
      </p:ext>
    </p:extLst>
  </p:cSld>
  <p:clrMapOvr>
    <a:masterClrMapping/>
  </p:clrMapOvr>
</p:sld>
</file>

<file path=ppt/theme/theme1.xml><?xml version="1.0" encoding="utf-8"?>
<a:theme xmlns:a="http://schemas.openxmlformats.org/drawingml/2006/main" name="Discrete Mathematics: Graph Theory and Networks - 12th Grade by Slidesgo">
  <a:themeElements>
    <a:clrScheme name="Simple Light">
      <a:dk1>
        <a:srgbClr val="1A1A1A"/>
      </a:dk1>
      <a:lt1>
        <a:srgbClr val="FEFDFA"/>
      </a:lt1>
      <a:dk2>
        <a:srgbClr val="434343"/>
      </a:dk2>
      <a:lt2>
        <a:srgbClr val="FF2E20"/>
      </a:lt2>
      <a:accent1>
        <a:srgbClr val="FFD966"/>
      </a:accent1>
      <a:accent2>
        <a:srgbClr val="86CF64"/>
      </a:accent2>
      <a:accent3>
        <a:srgbClr val="04B4D8"/>
      </a:accent3>
      <a:accent4>
        <a:srgbClr val="FFFFFF"/>
      </a:accent4>
      <a:accent5>
        <a:srgbClr val="FFFFFF"/>
      </a:accent5>
      <a:accent6>
        <a:srgbClr val="FFFFFF"/>
      </a:accent6>
      <a:hlink>
        <a:srgbClr val="1A1A1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843</TotalTime>
  <Words>1347</Words>
  <Application>Microsoft Office PowerPoint</Application>
  <PresentationFormat>On-screen Show (16:9)</PresentationFormat>
  <Paragraphs>364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0" baseType="lpstr">
      <vt:lpstr>Aptos</vt:lpstr>
      <vt:lpstr>Albert Sans</vt:lpstr>
      <vt:lpstr>quote-cjk-patch</vt:lpstr>
      <vt:lpstr>Anaheim</vt:lpstr>
      <vt:lpstr>Courier New</vt:lpstr>
      <vt:lpstr>Times New Roman</vt:lpstr>
      <vt:lpstr>DM Sans</vt:lpstr>
      <vt:lpstr>Lato</vt:lpstr>
      <vt:lpstr>Arial</vt:lpstr>
      <vt:lpstr>Mulish</vt:lpstr>
      <vt:lpstr>Discrete Mathematics: Graph Theory and Networks - 12th Grade by Slidesgo</vt:lpstr>
      <vt:lpstr>PowerPoint Presentation</vt:lpstr>
      <vt:lpstr>01</vt:lpstr>
      <vt:lpstr>Introduction</vt:lpstr>
      <vt:lpstr>Problem Statement</vt:lpstr>
      <vt:lpstr>Research Objectives</vt:lpstr>
      <vt:lpstr>Literature Review - Methodology </vt:lpstr>
      <vt:lpstr>Literature Review - Classical Algorithms </vt:lpstr>
      <vt:lpstr>Literature Review - Classical Algorithms </vt:lpstr>
      <vt:lpstr>Literature Review - Classical Algorithms </vt:lpstr>
      <vt:lpstr>Literature Review - Modern Approaches </vt:lpstr>
      <vt:lpstr>Literature Review - Recommender Systems </vt:lpstr>
      <vt:lpstr>Literature Review - Applications</vt:lpstr>
      <vt:lpstr>Literature Review - Applications</vt:lpstr>
      <vt:lpstr>Methodology Overview</vt:lpstr>
      <vt:lpstr>Methodology Overview – Datasets Used</vt:lpstr>
      <vt:lpstr>Methodology Overview - Evaluation Metrics</vt:lpstr>
      <vt:lpstr>Results - Classical Algorithms</vt:lpstr>
      <vt:lpstr>Results - Classical Algorithms</vt:lpstr>
      <vt:lpstr>Results - Classical Algorithms</vt:lpstr>
      <vt:lpstr>Results - Deep Learning Methods</vt:lpstr>
      <vt:lpstr>Results - LFR Benchmark</vt:lpstr>
      <vt:lpstr>Results - LFR Benchmark</vt:lpstr>
      <vt:lpstr>Results - LFR Benchmark</vt:lpstr>
      <vt:lpstr>Results - Recommender System Integration</vt:lpstr>
      <vt:lpstr>Results - Recommender System Integration</vt:lpstr>
      <vt:lpstr>Results - Recommender System Integration</vt:lpstr>
      <vt:lpstr>WEB  APPLICATION</vt:lpstr>
      <vt:lpstr>Conclusion &amp; Future Perspectives</vt:lpstr>
      <vt:lpstr>Thank you for your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moudden hamza</cp:lastModifiedBy>
  <cp:revision>20</cp:revision>
  <dcterms:modified xsi:type="dcterms:W3CDTF">2026-07-05T18:07:11Z</dcterms:modified>
</cp:coreProperties>
</file>
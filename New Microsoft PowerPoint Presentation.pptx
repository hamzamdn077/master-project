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98" r:id="rId2"/>
    <p:sldId id="297" r:id="rId3"/>
    <p:sldId id="299" r:id="rId4"/>
    <p:sldId id="300" r:id="rId5"/>
    <p:sldId id="30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2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F4F38-239F-43BB-9451-C32B767D6926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770DD-6468-4761-A7C0-063BB43F69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45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8">
          <a:extLst>
            <a:ext uri="{FF2B5EF4-FFF2-40B4-BE49-F238E27FC236}">
              <a16:creationId xmlns:a16="http://schemas.microsoft.com/office/drawing/2014/main" id="{45B905F5-F714-446B-B518-4A07DC46B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1e71a4a866a_0_12:notes">
            <a:extLst>
              <a:ext uri="{FF2B5EF4-FFF2-40B4-BE49-F238E27FC236}">
                <a16:creationId xmlns:a16="http://schemas.microsoft.com/office/drawing/2014/main" id="{A0E2B628-7B45-EC9E-9B23-9D5573B74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1e71a4a866a_0_12:notes">
            <a:extLst>
              <a:ext uri="{FF2B5EF4-FFF2-40B4-BE49-F238E27FC236}">
                <a16:creationId xmlns:a16="http://schemas.microsoft.com/office/drawing/2014/main" id="{3234F645-EB06-4496-22CE-EF9746F3F7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9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>
          <a:extLst>
            <a:ext uri="{FF2B5EF4-FFF2-40B4-BE49-F238E27FC236}">
              <a16:creationId xmlns:a16="http://schemas.microsoft.com/office/drawing/2014/main" id="{E9DC1C4B-E59E-A48A-C933-A38EFFCB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d431007ba2_0_215:notes">
            <a:extLst>
              <a:ext uri="{FF2B5EF4-FFF2-40B4-BE49-F238E27FC236}">
                <a16:creationId xmlns:a16="http://schemas.microsoft.com/office/drawing/2014/main" id="{6A42FEB4-386D-CA29-9EBF-D0A47B945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d431007ba2_0_215:notes">
            <a:extLst>
              <a:ext uri="{FF2B5EF4-FFF2-40B4-BE49-F238E27FC236}">
                <a16:creationId xmlns:a16="http://schemas.microsoft.com/office/drawing/2014/main" id="{691A4304-8D87-62F9-AE9F-8B46AED06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0363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D7C3CF2-5EAD-1061-C4E3-3146F3AE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4_2689:notes">
            <a:extLst>
              <a:ext uri="{FF2B5EF4-FFF2-40B4-BE49-F238E27FC236}">
                <a16:creationId xmlns:a16="http://schemas.microsoft.com/office/drawing/2014/main" id="{F85B0FA1-1C99-212E-2812-3FEE170C6D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4_2689:notes">
            <a:extLst>
              <a:ext uri="{FF2B5EF4-FFF2-40B4-BE49-F238E27FC236}">
                <a16:creationId xmlns:a16="http://schemas.microsoft.com/office/drawing/2014/main" id="{4B996221-55AF-C4D0-1F29-D720A576F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907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0B5F510-6561-CA8D-CFCD-539C7B2EA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4_2689:notes">
            <a:extLst>
              <a:ext uri="{FF2B5EF4-FFF2-40B4-BE49-F238E27FC236}">
                <a16:creationId xmlns:a16="http://schemas.microsoft.com/office/drawing/2014/main" id="{4B12656E-E2D1-58A7-467B-610FDBB831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4_2689:notes">
            <a:extLst>
              <a:ext uri="{FF2B5EF4-FFF2-40B4-BE49-F238E27FC236}">
                <a16:creationId xmlns:a16="http://schemas.microsoft.com/office/drawing/2014/main" id="{1CC45689-1CCD-69C3-DBB9-DA4E0470DC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728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E8D0344-71FF-B146-6D52-01A712ED3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4_2689:notes">
            <a:extLst>
              <a:ext uri="{FF2B5EF4-FFF2-40B4-BE49-F238E27FC236}">
                <a16:creationId xmlns:a16="http://schemas.microsoft.com/office/drawing/2014/main" id="{8CE587F4-8464-C358-C80A-0CC851F4D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4_2689:notes">
            <a:extLst>
              <a:ext uri="{FF2B5EF4-FFF2-40B4-BE49-F238E27FC236}">
                <a16:creationId xmlns:a16="http://schemas.microsoft.com/office/drawing/2014/main" id="{0846A8DA-43F8-3733-6B1E-2A7377D27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2828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42E90-B770-64AA-8388-53DA90D5A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14463-4509-43F3-3E34-30DC1D45D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9CA73-8D91-4971-27B2-6B7B44744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A8F4-E3E4-42DE-A796-97CB07DB3F45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204F6-DFC5-320A-382D-F2865FC3C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5A6D5-C8C2-9E89-70C7-418554B2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3B25-DD8B-4518-A6FD-D8CE79698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72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D84C-4DEB-17CA-55D0-7E1C3088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13F4B-6B59-F25F-C07B-5E96EEC76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AA785-829E-BA05-14F5-525939292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A8F4-E3E4-42DE-A796-97CB07DB3F45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CA207-DB9A-1A8A-476F-2B15FF7AF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0F99D-0094-F518-F289-494EE5CD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3B25-DD8B-4518-A6FD-D8CE79698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614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C17C1-8307-45E6-6360-FA1E6932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43B50-19E7-963B-E179-5DFB8BDFD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6AE7A-F546-0C23-9680-D401DA99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A8F4-E3E4-42DE-A796-97CB07DB3F45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0AB4-976B-F5C0-A402-11346F0F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81559-FF21-7F07-A40B-AB949925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3B25-DD8B-4518-A6FD-D8CE79698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762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B03C-BF8E-D57D-0F36-C8E813108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18B36-1C92-EF50-1B7D-98985B4A9F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5E170-882B-E72C-7182-D2FDDF3D4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3ACCF-A170-25EE-D8CE-1846020D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A8F4-E3E4-42DE-A796-97CB07DB3F45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C7620-D0F6-EC47-E839-FDCDD42C8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94CEE-2B9E-BB69-9338-DBFA27A2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3B25-DD8B-4518-A6FD-D8CE79698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117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2B78-A148-9AFA-5BE6-36ABAB5A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0525E-017D-70A5-F8F9-C46907374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821CC-3BE7-E5EE-AD36-E7EC86807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7C2BD-D759-3B02-0B9D-1413F9F49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DC06F-4855-0D31-DE7E-BB0ED2E9D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15E142-D316-D5A5-FD9D-67F7BD3F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A8F4-E3E4-42DE-A796-97CB07DB3F45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B330BE-47C0-A274-F7D6-8B625C4D7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A36CC0-F033-286F-9629-73E19B00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3B25-DD8B-4518-A6FD-D8CE79698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450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27679-7850-7772-E8ED-E3ED699D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4328F-A8D1-11E2-2117-5590A048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A8F4-E3E4-42DE-A796-97CB07DB3F45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E5149-6CC4-7BF9-0B12-3CE49F240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18D82-4472-2A40-ACC1-10DBFDEA8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3B25-DD8B-4518-A6FD-D8CE79698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61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B99C08-9F16-BEF5-5BAA-9250EE89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A8F4-E3E4-42DE-A796-97CB07DB3F45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A7EF1-CC6D-B4F1-7B56-4649BFE64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F22C1-88AD-F2A8-6CD2-EA439580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3B25-DD8B-4518-A6FD-D8CE79698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56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794C7-EF03-C4FF-943B-E510FD605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C891E-D836-D092-9F99-81CC89BE1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4CD01-76D4-F994-7081-47796AC1E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BC01C-E7A5-4878-AA40-7F2229F9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A8F4-E3E4-42DE-A796-97CB07DB3F45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96480-A021-FD28-8719-5B19A242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CEDC0-B792-0ED1-701A-78E31E3D6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3B25-DD8B-4518-A6FD-D8CE79698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19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3E27-9332-639C-C1FA-DAAFD259F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B77857-1F29-701D-29AB-C0C6DC6DE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36642-43FF-927F-C062-32EAB37A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720BD-943C-67F1-6E82-4C5CAAC3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A8F4-E3E4-42DE-A796-97CB07DB3F45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1713D-AB6E-35EA-2943-E2BBEF42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B7950-2591-3BF4-48DA-107D1E41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3B25-DD8B-4518-A6FD-D8CE79698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579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EE6E-D0A9-FD6F-4143-BE6F9FDD0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5CE917-B999-2BEB-F11D-1D7E4AA08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87F78-FBAC-46CF-438A-DC003EEE4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A8F4-E3E4-42DE-A796-97CB07DB3F45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839DA-B97E-7A1F-CB86-236250161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371E5-4465-8C2C-842C-17DF037D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3B25-DD8B-4518-A6FD-D8CE79698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779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16155-BA3E-BF10-1F4F-ACA77AA6F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A294D-6C0F-C884-45F4-4947DD088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C3180-890A-6235-2B65-A70E8464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A8F4-E3E4-42DE-A796-97CB07DB3F45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B001D-79AA-F028-11C1-42595454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EBBB5-5FBE-6E16-5B74-9276C9A3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3B25-DD8B-4518-A6FD-D8CE79698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565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5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80" name="Google Shape;780;p15"/>
          <p:cNvGrpSpPr/>
          <p:nvPr/>
        </p:nvGrpSpPr>
        <p:grpSpPr>
          <a:xfrm>
            <a:off x="159301" y="1521533"/>
            <a:ext cx="9758507" cy="5150192"/>
            <a:chOff x="119476" y="1141150"/>
            <a:chExt cx="7318880" cy="3862644"/>
          </a:xfrm>
        </p:grpSpPr>
        <p:grpSp>
          <p:nvGrpSpPr>
            <p:cNvPr id="781" name="Google Shape;781;p15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782" name="Google Shape;782;p1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" name="Google Shape;783;p1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4" name="Google Shape;784;p1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85" name="Google Shape;785;p15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786" name="Google Shape;786;p1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7" name="Google Shape;787;p15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8" name="Google Shape;788;p15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9" name="Google Shape;789;p15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90" name="Google Shape;790;p15"/>
          <p:cNvGrpSpPr/>
          <p:nvPr/>
        </p:nvGrpSpPr>
        <p:grpSpPr>
          <a:xfrm>
            <a:off x="-4352144" y="1416703"/>
            <a:ext cx="16933011" cy="6834555"/>
            <a:chOff x="-3264108" y="1062527"/>
            <a:chExt cx="12699758" cy="5125916"/>
          </a:xfrm>
        </p:grpSpPr>
        <p:grpSp>
          <p:nvGrpSpPr>
            <p:cNvPr id="791" name="Google Shape;791;p15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792" name="Google Shape;792;p15"/>
              <p:cNvCxnSpPr>
                <a:stCxn id="793" idx="7"/>
                <a:endCxn id="794" idx="2"/>
              </p:cNvCxnSpPr>
              <p:nvPr/>
            </p:nvCxnSpPr>
            <p:spPr>
              <a:xfrm rot="10800000" flipH="1">
                <a:off x="332904" y="155655"/>
                <a:ext cx="893400" cy="2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4" name="Google Shape;794;p15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5" name="Google Shape;795;p15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6" name="Google Shape;796;p15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7" name="Google Shape;797;p15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8" name="Google Shape;798;p15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9" name="Google Shape;799;p15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0" name="Google Shape;800;p15"/>
              <p:cNvCxnSpPr>
                <a:stCxn id="799" idx="4"/>
                <a:endCxn id="796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1" name="Google Shape;801;p15"/>
              <p:cNvCxnSpPr>
                <a:stCxn id="798" idx="4"/>
                <a:endCxn id="796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2" name="Google Shape;802;p15"/>
              <p:cNvCxnSpPr>
                <a:stCxn id="798" idx="5"/>
                <a:endCxn id="799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3" name="Google Shape;803;p15"/>
              <p:cNvCxnSpPr>
                <a:stCxn id="798" idx="0"/>
                <a:endCxn id="795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4" name="Google Shape;804;p15"/>
              <p:cNvCxnSpPr>
                <a:stCxn id="798" idx="7"/>
                <a:endCxn id="793" idx="3"/>
              </p:cNvCxnSpPr>
              <p:nvPr/>
            </p:nvCxnSpPr>
            <p:spPr>
              <a:xfrm rot="10800000" flipH="1">
                <a:off x="1236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5" name="Google Shape;805;p15"/>
              <p:cNvCxnSpPr>
                <a:stCxn id="795" idx="5"/>
                <a:endCxn id="793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6" name="Google Shape;806;p15"/>
              <p:cNvCxnSpPr>
                <a:stCxn id="795" idx="6"/>
                <a:endCxn id="794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7" name="Google Shape;807;p15"/>
              <p:cNvCxnSpPr>
                <a:stCxn id="797" idx="2"/>
                <a:endCxn id="795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8" name="Google Shape;808;p15"/>
              <p:cNvCxnSpPr>
                <a:stCxn id="799" idx="0"/>
                <a:endCxn id="793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9" name="Google Shape;809;p15"/>
              <p:cNvCxnSpPr>
                <a:stCxn id="799" idx="0"/>
                <a:endCxn id="797" idx="3"/>
              </p:cNvCxnSpPr>
              <p:nvPr/>
            </p:nvCxnSpPr>
            <p:spPr>
              <a:xfrm rot="10800000" flipH="1">
                <a:off x="366025" y="296069"/>
                <a:ext cx="381000" cy="7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3" name="Google Shape;793;p15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10" name="Google Shape;810;p15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811" name="Google Shape;811;p15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2" name="Google Shape;812;p15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" name="Google Shape;813;p15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4" name="Google Shape;814;p15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5" name="Google Shape;815;p15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6" name="Google Shape;816;p15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7" name="Google Shape;817;p15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8" name="Google Shape;818;p15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9" name="Google Shape;819;p15"/>
              <p:cNvCxnSpPr>
                <a:stCxn id="815" idx="5"/>
                <a:endCxn id="814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" name="Google Shape;820;p15"/>
              <p:cNvCxnSpPr>
                <a:stCxn id="816" idx="4"/>
                <a:endCxn id="814" idx="0"/>
              </p:cNvCxnSpPr>
              <p:nvPr/>
            </p:nvCxnSpPr>
            <p:spPr>
              <a:xfrm rot="8769075" flipH="1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1" name="Google Shape;821;p15"/>
              <p:cNvCxnSpPr>
                <a:stCxn id="811" idx="6"/>
                <a:endCxn id="814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2" name="Google Shape;822;p15"/>
              <p:cNvCxnSpPr>
                <a:stCxn id="811" idx="0"/>
                <a:endCxn id="815" idx="3"/>
              </p:cNvCxnSpPr>
              <p:nvPr/>
            </p:nvCxnSpPr>
            <p:spPr>
              <a:xfrm rot="-2030280" flipH="1">
                <a:off x="3554311" y="2896576"/>
                <a:ext cx="870078" cy="56238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3" name="Google Shape;823;p15"/>
              <p:cNvCxnSpPr>
                <a:stCxn id="815" idx="7"/>
                <a:endCxn id="816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4" name="Google Shape;824;p15"/>
              <p:cNvCxnSpPr>
                <a:stCxn id="816" idx="6"/>
                <a:endCxn id="812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5" name="Google Shape;825;p15"/>
              <p:cNvCxnSpPr>
                <a:stCxn id="814" idx="7"/>
                <a:endCxn id="812" idx="3"/>
              </p:cNvCxnSpPr>
              <p:nvPr/>
            </p:nvCxnSpPr>
            <p:spPr>
              <a:xfrm rot="-2030278" flipH="1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6" name="Google Shape;826;p15"/>
              <p:cNvCxnSpPr>
                <a:stCxn id="811" idx="5"/>
                <a:endCxn id="817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7" name="Google Shape;827;p15"/>
              <p:cNvCxnSpPr>
                <a:stCxn id="817" idx="7"/>
                <a:endCxn id="814" idx="3"/>
              </p:cNvCxnSpPr>
              <p:nvPr/>
            </p:nvCxnSpPr>
            <p:spPr>
              <a:xfrm rot="-2030495" flipH="1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8" name="Google Shape;828;p15"/>
              <p:cNvCxnSpPr>
                <a:stCxn id="817" idx="5"/>
                <a:endCxn id="813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9" name="Google Shape;829;p15"/>
              <p:cNvCxnSpPr>
                <a:stCxn id="813" idx="0"/>
                <a:endCxn id="814" idx="5"/>
              </p:cNvCxnSpPr>
              <p:nvPr/>
            </p:nvCxnSpPr>
            <p:spPr>
              <a:xfrm rot="-2029195" flipH="1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0" name="Google Shape;830;p15"/>
              <p:cNvCxnSpPr>
                <a:stCxn id="813" idx="7"/>
                <a:endCxn id="818" idx="3"/>
              </p:cNvCxnSpPr>
              <p:nvPr/>
            </p:nvCxnSpPr>
            <p:spPr>
              <a:xfrm rot="-2030477" flipH="1">
                <a:off x="386634" y="1842270"/>
                <a:ext cx="1576242" cy="9535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1" name="Google Shape;831;p15"/>
              <p:cNvCxnSpPr>
                <a:stCxn id="814" idx="6"/>
                <a:endCxn id="818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2" name="Google Shape;832;p15"/>
              <p:cNvCxnSpPr>
                <a:stCxn id="818" idx="0"/>
                <a:endCxn id="812" idx="5"/>
              </p:cNvCxnSpPr>
              <p:nvPr/>
            </p:nvCxnSpPr>
            <p:spPr>
              <a:xfrm rot="-2024821" flipH="1">
                <a:off x="797015" y="2378694"/>
                <a:ext cx="83704" cy="13215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3" name="Google Shape;833;p15"/>
              <p:cNvCxnSpPr>
                <a:stCxn id="815" idx="4"/>
                <a:endCxn id="813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4" name="Google Shape;834;p15"/>
              <p:cNvCxnSpPr>
                <a:stCxn id="812" idx="4"/>
                <a:endCxn id="813" idx="7"/>
              </p:cNvCxnSpPr>
              <p:nvPr/>
            </p:nvCxnSpPr>
            <p:spPr>
              <a:xfrm rot="8769813" flipH="1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5" name="Google Shape;835;p15"/>
              <p:cNvCxnSpPr>
                <a:stCxn id="811" idx="5"/>
                <a:endCxn id="813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36" name="Google Shape;836;p15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7" name="Google Shape;837;p15"/>
              <p:cNvCxnSpPr>
                <a:stCxn id="818" idx="4"/>
                <a:endCxn id="836" idx="7"/>
              </p:cNvCxnSpPr>
              <p:nvPr/>
            </p:nvCxnSpPr>
            <p:spPr>
              <a:xfrm rot="8769580" flipH="1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8" name="Google Shape;838;p15"/>
              <p:cNvCxnSpPr>
                <a:stCxn id="836" idx="2"/>
                <a:endCxn id="813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9" name="Google Shape;839;p15"/>
              <p:cNvCxnSpPr>
                <a:stCxn id="836" idx="0"/>
                <a:endCxn id="812" idx="4"/>
              </p:cNvCxnSpPr>
              <p:nvPr/>
            </p:nvCxnSpPr>
            <p:spPr>
              <a:xfrm rot="-2030204" flipH="1">
                <a:off x="469943" y="996108"/>
                <a:ext cx="1267716" cy="2434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0" name="Google Shape;840;p15"/>
              <p:cNvCxnSpPr>
                <a:stCxn id="836" idx="1"/>
                <a:endCxn id="814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41" name="Google Shape;841;p15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2" name="Google Shape;842;p15"/>
              <p:cNvCxnSpPr>
                <a:stCxn id="836" idx="2"/>
                <a:endCxn id="841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3" name="Google Shape;843;p15"/>
              <p:cNvCxnSpPr>
                <a:stCxn id="841" idx="1"/>
                <a:endCxn id="817" idx="5"/>
              </p:cNvCxnSpPr>
              <p:nvPr/>
            </p:nvCxnSpPr>
            <p:spPr>
              <a:xfrm rot="-2034703" flipH="1">
                <a:off x="2826258" y="400719"/>
                <a:ext cx="43017" cy="114382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937450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73" name="Google Shape;1073;p19"/>
          <p:cNvSpPr txBox="1">
            <a:spLocks noGrp="1"/>
          </p:cNvSpPr>
          <p:nvPr>
            <p:ph type="subTitle" idx="1"/>
          </p:nvPr>
        </p:nvSpPr>
        <p:spPr>
          <a:xfrm>
            <a:off x="2099167" y="2742391"/>
            <a:ext cx="384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4" name="Google Shape;1074;p19"/>
          <p:cNvSpPr txBox="1">
            <a:spLocks noGrp="1"/>
          </p:cNvSpPr>
          <p:nvPr>
            <p:ph type="subTitle" idx="2"/>
          </p:nvPr>
        </p:nvSpPr>
        <p:spPr>
          <a:xfrm>
            <a:off x="7334635" y="2742391"/>
            <a:ext cx="384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5" name="Google Shape;1075;p19"/>
          <p:cNvSpPr txBox="1">
            <a:spLocks noGrp="1"/>
          </p:cNvSpPr>
          <p:nvPr>
            <p:ph type="subTitle" idx="3"/>
          </p:nvPr>
        </p:nvSpPr>
        <p:spPr>
          <a:xfrm>
            <a:off x="2099167" y="4951700"/>
            <a:ext cx="384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6" name="Google Shape;1076;p19"/>
          <p:cNvSpPr txBox="1">
            <a:spLocks noGrp="1"/>
          </p:cNvSpPr>
          <p:nvPr>
            <p:ph type="subTitle" idx="4"/>
          </p:nvPr>
        </p:nvSpPr>
        <p:spPr>
          <a:xfrm>
            <a:off x="7334635" y="4951700"/>
            <a:ext cx="384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7" name="Google Shape;1077;p19"/>
          <p:cNvSpPr txBox="1">
            <a:spLocks noGrp="1"/>
          </p:cNvSpPr>
          <p:nvPr>
            <p:ph type="title" idx="5" hasCustomPrompt="1"/>
          </p:nvPr>
        </p:nvSpPr>
        <p:spPr>
          <a:xfrm>
            <a:off x="1010967" y="1702967"/>
            <a:ext cx="1088800" cy="104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8" name="Google Shape;1078;p19"/>
          <p:cNvSpPr txBox="1">
            <a:spLocks noGrp="1"/>
          </p:cNvSpPr>
          <p:nvPr>
            <p:ph type="title" idx="6" hasCustomPrompt="1"/>
          </p:nvPr>
        </p:nvSpPr>
        <p:spPr>
          <a:xfrm>
            <a:off x="1010967" y="3911600"/>
            <a:ext cx="1088800" cy="104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9" name="Google Shape;1079;p19"/>
          <p:cNvSpPr txBox="1">
            <a:spLocks noGrp="1"/>
          </p:cNvSpPr>
          <p:nvPr>
            <p:ph type="title" idx="7" hasCustomPrompt="1"/>
          </p:nvPr>
        </p:nvSpPr>
        <p:spPr>
          <a:xfrm>
            <a:off x="6246700" y="1702967"/>
            <a:ext cx="1088800" cy="104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80" name="Google Shape;1080;p19"/>
          <p:cNvSpPr txBox="1">
            <a:spLocks noGrp="1"/>
          </p:cNvSpPr>
          <p:nvPr>
            <p:ph type="title" idx="8" hasCustomPrompt="1"/>
          </p:nvPr>
        </p:nvSpPr>
        <p:spPr>
          <a:xfrm>
            <a:off x="6246700" y="3911600"/>
            <a:ext cx="1088800" cy="104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81" name="Google Shape;1081;p19"/>
          <p:cNvSpPr txBox="1">
            <a:spLocks noGrp="1"/>
          </p:cNvSpPr>
          <p:nvPr>
            <p:ph type="subTitle" idx="9"/>
          </p:nvPr>
        </p:nvSpPr>
        <p:spPr>
          <a:xfrm>
            <a:off x="2099167" y="1702967"/>
            <a:ext cx="3846400" cy="12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667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2" name="Google Shape;1082;p19"/>
          <p:cNvSpPr txBox="1">
            <a:spLocks noGrp="1"/>
          </p:cNvSpPr>
          <p:nvPr>
            <p:ph type="subTitle" idx="13"/>
          </p:nvPr>
        </p:nvSpPr>
        <p:spPr>
          <a:xfrm>
            <a:off x="7334633" y="1702967"/>
            <a:ext cx="3846400" cy="12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667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3" name="Google Shape;1083;p19"/>
          <p:cNvSpPr txBox="1">
            <a:spLocks noGrp="1"/>
          </p:cNvSpPr>
          <p:nvPr>
            <p:ph type="subTitle" idx="14"/>
          </p:nvPr>
        </p:nvSpPr>
        <p:spPr>
          <a:xfrm>
            <a:off x="2099167" y="3911601"/>
            <a:ext cx="3846400" cy="12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667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4" name="Google Shape;1084;p19"/>
          <p:cNvSpPr txBox="1">
            <a:spLocks noGrp="1"/>
          </p:cNvSpPr>
          <p:nvPr>
            <p:ph type="subTitle" idx="15"/>
          </p:nvPr>
        </p:nvSpPr>
        <p:spPr>
          <a:xfrm>
            <a:off x="7334633" y="3911601"/>
            <a:ext cx="3846400" cy="12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667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085" name="Google Shape;1085;p19"/>
          <p:cNvGrpSpPr/>
          <p:nvPr/>
        </p:nvGrpSpPr>
        <p:grpSpPr>
          <a:xfrm>
            <a:off x="159051" y="217651"/>
            <a:ext cx="11782933" cy="5851616"/>
            <a:chOff x="119288" y="163238"/>
            <a:chExt cx="8837200" cy="4388712"/>
          </a:xfrm>
        </p:grpSpPr>
        <p:grpSp>
          <p:nvGrpSpPr>
            <p:cNvPr id="1086" name="Google Shape;1086;p19"/>
            <p:cNvGrpSpPr/>
            <p:nvPr/>
          </p:nvGrpSpPr>
          <p:grpSpPr>
            <a:xfrm rot="10800000" flipH="1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087" name="Google Shape;1087;p1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8" name="Google Shape;1088;p1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9" name="Google Shape;1089;p1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90" name="Google Shape;1090;p19"/>
            <p:cNvGrpSpPr/>
            <p:nvPr/>
          </p:nvGrpSpPr>
          <p:grpSpPr>
            <a:xfrm rot="10800000" flipH="1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091" name="Google Shape;1091;p1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2" name="Google Shape;1092;p1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3" name="Google Shape;1093;p1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" name="Google Shape;1094;p1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95" name="Google Shape;1095;p19"/>
          <p:cNvGrpSpPr/>
          <p:nvPr/>
        </p:nvGrpSpPr>
        <p:grpSpPr>
          <a:xfrm>
            <a:off x="-1303929" y="-894956"/>
            <a:ext cx="14043780" cy="10595613"/>
            <a:chOff x="-977947" y="-671217"/>
            <a:chExt cx="10532835" cy="7946710"/>
          </a:xfrm>
        </p:grpSpPr>
        <p:grpSp>
          <p:nvGrpSpPr>
            <p:cNvPr id="1096" name="Google Shape;1096;p19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097" name="Google Shape;1097;p19"/>
              <p:cNvCxnSpPr>
                <a:stCxn id="1098" idx="6"/>
                <a:endCxn id="1099" idx="2"/>
              </p:cNvCxnSpPr>
              <p:nvPr/>
            </p:nvCxnSpPr>
            <p:spPr>
              <a:xfrm rot="10800000" flipH="1">
                <a:off x="421801" y="-63292"/>
                <a:ext cx="2023800" cy="47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99" name="Google Shape;1099;p1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" name="Google Shape;1100;p1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" name="Google Shape;1101;p1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2" name="Google Shape;1102;p1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3" name="Google Shape;1103;p19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4" name="Google Shape;1104;p19"/>
              <p:cNvCxnSpPr>
                <a:stCxn id="1103" idx="4"/>
                <a:endCxn id="1101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5" name="Google Shape;1105;p19"/>
              <p:cNvCxnSpPr>
                <a:stCxn id="1102" idx="4"/>
                <a:endCxn id="1101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6" name="Google Shape;1106;p19"/>
              <p:cNvCxnSpPr>
                <a:stCxn id="1102" idx="5"/>
                <a:endCxn id="1103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7" name="Google Shape;1107;p19"/>
              <p:cNvCxnSpPr>
                <a:stCxn id="1102" idx="0"/>
                <a:endCxn id="1100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8" name="Google Shape;1108;p19"/>
              <p:cNvCxnSpPr>
                <a:stCxn id="1102" idx="7"/>
                <a:endCxn id="1098" idx="3"/>
              </p:cNvCxnSpPr>
              <p:nvPr/>
            </p:nvCxnSpPr>
            <p:spPr>
              <a:xfrm rot="10800000" flipH="1">
                <a:off x="1998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9" name="Google Shape;1109;p19"/>
              <p:cNvCxnSpPr>
                <a:stCxn id="1100" idx="5"/>
                <a:endCxn id="1098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0" name="Google Shape;1110;p19"/>
              <p:cNvCxnSpPr>
                <a:stCxn id="1100" idx="6"/>
                <a:endCxn id="1099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1" name="Google Shape;1111;p19"/>
              <p:cNvCxnSpPr>
                <a:stCxn id="1112" idx="1"/>
                <a:endCxn id="1100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3" name="Google Shape;1113;p19"/>
              <p:cNvCxnSpPr>
                <a:stCxn id="1103" idx="0"/>
                <a:endCxn id="1098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4" name="Google Shape;1114;p19"/>
              <p:cNvCxnSpPr>
                <a:stCxn id="1103" idx="0"/>
                <a:endCxn id="1112" idx="3"/>
              </p:cNvCxnSpPr>
              <p:nvPr/>
            </p:nvCxnSpPr>
            <p:spPr>
              <a:xfrm rot="10800000" flipH="1">
                <a:off x="454649" y="268188"/>
                <a:ext cx="342000" cy="10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5" name="Google Shape;1115;p1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6" name="Google Shape;1116;p19"/>
              <p:cNvCxnSpPr>
                <a:stCxn id="1100" idx="5"/>
                <a:endCxn id="1115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7" name="Google Shape;1117;p19"/>
              <p:cNvCxnSpPr>
                <a:stCxn id="1112" idx="7"/>
                <a:endCxn id="1115" idx="3"/>
              </p:cNvCxnSpPr>
              <p:nvPr/>
            </p:nvCxnSpPr>
            <p:spPr>
              <a:xfrm rot="10800000" flipH="1">
                <a:off x="877592" y="42220"/>
                <a:ext cx="132600" cy="14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8" name="Google Shape;1118;p19"/>
              <p:cNvCxnSpPr>
                <a:stCxn id="1115" idx="6"/>
                <a:endCxn id="1099" idx="2"/>
              </p:cNvCxnSpPr>
              <p:nvPr/>
            </p:nvCxnSpPr>
            <p:spPr>
              <a:xfrm rot="10800000" flipH="1">
                <a:off x="1144725" y="-63481"/>
                <a:ext cx="1300800" cy="50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9" name="Google Shape;1119;p1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0" name="Google Shape;1120;p19"/>
              <p:cNvCxnSpPr>
                <a:stCxn id="1119" idx="0"/>
                <a:endCxn id="1100" idx="3"/>
              </p:cNvCxnSpPr>
              <p:nvPr/>
            </p:nvCxnSpPr>
            <p:spPr>
              <a:xfrm rot="10800000" flipH="1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1" name="Google Shape;1121;p19"/>
              <p:cNvCxnSpPr>
                <a:stCxn id="1119" idx="6"/>
                <a:endCxn id="1098" idx="3"/>
              </p:cNvCxnSpPr>
              <p:nvPr/>
            </p:nvCxnSpPr>
            <p:spPr>
              <a:xfrm rot="10800000" flipH="1">
                <a:off x="-303075" y="443769"/>
                <a:ext cx="651000" cy="17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2" name="Google Shape;1122;p19"/>
              <p:cNvCxnSpPr>
                <a:stCxn id="1119" idx="5"/>
                <a:endCxn id="1102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3" name="Google Shape;1123;p19"/>
              <p:cNvCxnSpPr>
                <a:stCxn id="1119" idx="5"/>
                <a:endCxn id="1101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2" name="Google Shape;1112;p1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8" name="Google Shape;1098;p1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4" name="Google Shape;1124;p19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1125" name="Google Shape;1125;p19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6" name="Google Shape;1126;p19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7" name="Google Shape;1127;p19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" name="Google Shape;1128;p19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9" name="Google Shape;1129;p19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0" name="Google Shape;1130;p19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1" name="Google Shape;1131;p19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" name="Google Shape;1132;p19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3" name="Google Shape;1133;p19"/>
              <p:cNvCxnSpPr>
                <a:stCxn id="1129" idx="5"/>
                <a:endCxn id="1128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4" name="Google Shape;1134;p19"/>
              <p:cNvCxnSpPr>
                <a:stCxn id="1130" idx="4"/>
                <a:endCxn id="1128" idx="7"/>
              </p:cNvCxnSpPr>
              <p:nvPr/>
            </p:nvCxnSpPr>
            <p:spPr>
              <a:xfrm rot="10460763" flipH="1">
                <a:off x="1865029" y="6113097"/>
                <a:ext cx="1087089" cy="934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5" name="Google Shape;1135;p19"/>
              <p:cNvCxnSpPr>
                <a:stCxn id="1125" idx="0"/>
                <a:endCxn id="1129" idx="3"/>
              </p:cNvCxnSpPr>
              <p:nvPr/>
            </p:nvCxnSpPr>
            <p:spPr>
              <a:xfrm rot="-339783" flipH="1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6" name="Google Shape;1136;p19"/>
              <p:cNvCxnSpPr>
                <a:stCxn id="1129" idx="7"/>
                <a:endCxn id="1130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7" name="Google Shape;1137;p19"/>
              <p:cNvCxnSpPr>
                <a:stCxn id="1130" idx="6"/>
                <a:endCxn id="1126" idx="1"/>
              </p:cNvCxnSpPr>
              <p:nvPr/>
            </p:nvCxnSpPr>
            <p:spPr>
              <a:xfrm rot="10462833" flipH="1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8" name="Google Shape;1138;p19"/>
              <p:cNvCxnSpPr>
                <a:stCxn id="1128" idx="5"/>
                <a:endCxn id="1126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9" name="Google Shape;1139;p19"/>
              <p:cNvCxnSpPr>
                <a:stCxn id="1125" idx="6"/>
                <a:endCxn id="1131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0" name="Google Shape;1140;p19"/>
              <p:cNvCxnSpPr>
                <a:stCxn id="1125" idx="7"/>
                <a:endCxn id="1128" idx="3"/>
              </p:cNvCxnSpPr>
              <p:nvPr/>
            </p:nvCxnSpPr>
            <p:spPr>
              <a:xfrm rot="-339569" flipH="1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1" name="Google Shape;1141;p19"/>
              <p:cNvCxnSpPr>
                <a:stCxn id="1131" idx="7"/>
                <a:endCxn id="1127" idx="3"/>
              </p:cNvCxnSpPr>
              <p:nvPr/>
            </p:nvCxnSpPr>
            <p:spPr>
              <a:xfrm rot="-339665" flipH="1">
                <a:off x="3259894" y="4748265"/>
                <a:ext cx="483558" cy="16310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2" name="Google Shape;1142;p19"/>
              <p:cNvCxnSpPr>
                <a:stCxn id="1127" idx="0"/>
                <a:endCxn id="1128" idx="5"/>
              </p:cNvCxnSpPr>
              <p:nvPr/>
            </p:nvCxnSpPr>
            <p:spPr>
              <a:xfrm rot="-341652" flipH="1">
                <a:off x="2929081" y="5115280"/>
                <a:ext cx="208629" cy="87998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3" name="Google Shape;1143;p19"/>
              <p:cNvCxnSpPr>
                <a:stCxn id="1132" idx="2"/>
                <a:endCxn id="1126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4" name="Google Shape;1144;p19"/>
              <p:cNvCxnSpPr>
                <a:stCxn id="1129" idx="6"/>
                <a:endCxn id="1132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45" name="Google Shape;1145;p19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6" name="Google Shape;1146;p19"/>
              <p:cNvCxnSpPr>
                <a:stCxn id="1132" idx="3"/>
                <a:endCxn id="1145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7" name="Google Shape;1147;p19"/>
              <p:cNvCxnSpPr>
                <a:stCxn id="1145" idx="2"/>
                <a:endCxn id="1127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8" name="Google Shape;1148;p19"/>
              <p:cNvCxnSpPr>
                <a:stCxn id="1145" idx="0"/>
                <a:endCxn id="1126" idx="4"/>
              </p:cNvCxnSpPr>
              <p:nvPr/>
            </p:nvCxnSpPr>
            <p:spPr>
              <a:xfrm rot="-340645" flipH="1">
                <a:off x="1841473" y="4754364"/>
                <a:ext cx="154659" cy="17997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9" name="Google Shape;1149;p19"/>
              <p:cNvCxnSpPr>
                <a:stCxn id="1145" idx="1"/>
                <a:endCxn id="1128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50" name="Google Shape;1150;p19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1" name="Google Shape;1151;p19"/>
              <p:cNvCxnSpPr>
                <a:stCxn id="1127" idx="2"/>
                <a:endCxn id="1150" idx="7"/>
              </p:cNvCxnSpPr>
              <p:nvPr/>
            </p:nvCxnSpPr>
            <p:spPr>
              <a:xfrm rot="10459800" flipH="1">
                <a:off x="3266347" y="5001756"/>
                <a:ext cx="674098" cy="153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2" name="Google Shape;1152;p19"/>
              <p:cNvCxnSpPr>
                <a:stCxn id="1150" idx="3"/>
                <a:endCxn id="1125" idx="7"/>
              </p:cNvCxnSpPr>
              <p:nvPr/>
            </p:nvCxnSpPr>
            <p:spPr>
              <a:xfrm rot="10459592" flipH="1">
                <a:off x="4052806" y="4814404"/>
                <a:ext cx="506782" cy="8110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3" name="Google Shape;1153;p19"/>
              <p:cNvCxnSpPr>
                <a:stCxn id="1128" idx="4"/>
                <a:endCxn id="1150" idx="0"/>
              </p:cNvCxnSpPr>
              <p:nvPr/>
            </p:nvCxnSpPr>
            <p:spPr>
              <a:xfrm rot="10460266" flipH="1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64875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86A3C-AF2D-4A81-4940-466EC8EE8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D0C2E-B9B2-44DC-F3C7-F358F4452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47538-4696-3AA4-81A1-43150F71A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2A8F4-E3E4-42DE-A796-97CB07DB3F45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568D3-1D56-3FFF-92F5-891BE8543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592C3-A356-7108-C867-6EF6C2466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D23B25-DD8B-4518-A6FD-D8CE79698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33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1">
          <a:extLst>
            <a:ext uri="{FF2B5EF4-FFF2-40B4-BE49-F238E27FC236}">
              <a16:creationId xmlns:a16="http://schemas.microsoft.com/office/drawing/2014/main" id="{6B4A3713-A82B-6040-3F01-EA3B7DD3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3414E1-AB91-B871-9043-14E6768A65F9}"/>
              </a:ext>
            </a:extLst>
          </p:cNvPr>
          <p:cNvSpPr txBox="1"/>
          <p:nvPr/>
        </p:nvSpPr>
        <p:spPr>
          <a:xfrm>
            <a:off x="3643902" y="251536"/>
            <a:ext cx="490419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Moulay Ismail University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8E895-8DCA-F48D-435A-1BB28913C616}"/>
              </a:ext>
            </a:extLst>
          </p:cNvPr>
          <p:cNvSpPr txBox="1"/>
          <p:nvPr/>
        </p:nvSpPr>
        <p:spPr>
          <a:xfrm>
            <a:off x="4298024" y="702942"/>
            <a:ext cx="66508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National School of Arts and Crafts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DA16B4-CB27-C5A5-1AF5-44DDAF18A837}"/>
              </a:ext>
            </a:extLst>
          </p:cNvPr>
          <p:cNvSpPr txBox="1"/>
          <p:nvPr/>
        </p:nvSpPr>
        <p:spPr>
          <a:xfrm>
            <a:off x="2770599" y="1023543"/>
            <a:ext cx="6650803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1867" b="1" dirty="0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Department of Industrial Engineering and Production</a:t>
            </a:r>
            <a:endParaRPr lang="en-GB" sz="1067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5CEAF-F872-A67E-7765-ADB17D3AFBCE}"/>
              </a:ext>
            </a:extLst>
          </p:cNvPr>
          <p:cNvSpPr txBox="1"/>
          <p:nvPr/>
        </p:nvSpPr>
        <p:spPr>
          <a:xfrm>
            <a:off x="2770599" y="1564717"/>
            <a:ext cx="66508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Master’s Thesis </a:t>
            </a:r>
            <a:r>
              <a:rPr lang="en-GB" sz="2400" dirty="0" err="1"/>
              <a:t>Defense</a:t>
            </a:r>
            <a:endParaRPr lang="en-GB" sz="24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7AB34D-E37C-CB1F-86D3-041E548E8655}"/>
              </a:ext>
            </a:extLst>
          </p:cNvPr>
          <p:cNvCxnSpPr/>
          <p:nvPr/>
        </p:nvCxnSpPr>
        <p:spPr>
          <a:xfrm>
            <a:off x="2356208" y="2456400"/>
            <a:ext cx="747958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BD203B-42F5-EA58-5361-E9C6BDF9F204}"/>
              </a:ext>
            </a:extLst>
          </p:cNvPr>
          <p:cNvCxnSpPr/>
          <p:nvPr/>
        </p:nvCxnSpPr>
        <p:spPr>
          <a:xfrm>
            <a:off x="2356208" y="4056885"/>
            <a:ext cx="747958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1" name="Google Shape;1455;p27">
            <a:extLst>
              <a:ext uri="{FF2B5EF4-FFF2-40B4-BE49-F238E27FC236}">
                <a16:creationId xmlns:a16="http://schemas.microsoft.com/office/drawing/2014/main" id="{7EA4FF0B-F2A4-E231-3C78-E5B9F7110C02}"/>
              </a:ext>
            </a:extLst>
          </p:cNvPr>
          <p:cNvSpPr txBox="1">
            <a:spLocks/>
          </p:cNvSpPr>
          <p:nvPr/>
        </p:nvSpPr>
        <p:spPr>
          <a:xfrm>
            <a:off x="1601673" y="3042213"/>
            <a:ext cx="8988656" cy="73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algn="ctr"/>
            <a:r>
              <a:rPr lang="en-GB" sz="1867" dirty="0"/>
              <a:t>Community Detection in Social Networks for Targeted Marketing and Recommender Systems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0C925-79CE-76C6-4082-1106D55A4BA8}"/>
              </a:ext>
            </a:extLst>
          </p:cNvPr>
          <p:cNvSpPr txBox="1"/>
          <p:nvPr/>
        </p:nvSpPr>
        <p:spPr>
          <a:xfrm>
            <a:off x="2356208" y="4247252"/>
            <a:ext cx="23973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Presented by:</a:t>
            </a:r>
          </a:p>
          <a:p>
            <a:r>
              <a:rPr lang="en-GB" sz="2400" dirty="0"/>
              <a:t>MOUDDEN Hamza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2E3CE-FD4A-A4D4-C93D-3B64B5608D8B}"/>
              </a:ext>
            </a:extLst>
          </p:cNvPr>
          <p:cNvSpPr txBox="1"/>
          <p:nvPr/>
        </p:nvSpPr>
        <p:spPr>
          <a:xfrm>
            <a:off x="7301504" y="4247252"/>
            <a:ext cx="25342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Supervised by:</a:t>
            </a:r>
          </a:p>
          <a:p>
            <a:r>
              <a:rPr lang="en-GB" sz="2400" dirty="0" err="1"/>
              <a:t>Pr.ELYAZID</a:t>
            </a:r>
            <a:r>
              <a:rPr lang="en-GB" sz="2400" dirty="0"/>
              <a:t> </a:t>
            </a:r>
            <a:r>
              <a:rPr lang="en-GB" sz="2400" dirty="0" err="1"/>
              <a:t>Akachar</a:t>
            </a:r>
            <a:endParaRPr lang="en-GB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93B06D-FDF8-7FFE-81E1-D7C1E5DF9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81" y="86399"/>
            <a:ext cx="2970784" cy="9803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0A8ED3-3676-127E-5742-58F4B72EDAB9}"/>
              </a:ext>
            </a:extLst>
          </p:cNvPr>
          <p:cNvSpPr txBox="1"/>
          <p:nvPr/>
        </p:nvSpPr>
        <p:spPr>
          <a:xfrm>
            <a:off x="2770599" y="5832873"/>
            <a:ext cx="6650803" cy="46166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GB" sz="2400" b="1" dirty="0">
                <a:ln/>
                <a:solidFill>
                  <a:schemeClr val="accent3"/>
                </a:solidFill>
              </a:rPr>
              <a:t>Academic Year: 2025 - 2026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886C2-5A3C-FFE3-239A-6FFBD9C267E5}"/>
              </a:ext>
            </a:extLst>
          </p:cNvPr>
          <p:cNvSpPr txBox="1"/>
          <p:nvPr/>
        </p:nvSpPr>
        <p:spPr>
          <a:xfrm>
            <a:off x="2250559" y="2558201"/>
            <a:ext cx="7690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n/>
                <a:solidFill>
                  <a:schemeClr val="accent3"/>
                </a:solidFill>
              </a:rPr>
              <a:t>Project Title : </a:t>
            </a:r>
          </a:p>
        </p:txBody>
      </p:sp>
    </p:spTree>
    <p:extLst>
      <p:ext uri="{BB962C8B-B14F-4D97-AF65-F5344CB8AC3E}">
        <p14:creationId xmlns:p14="http://schemas.microsoft.com/office/powerpoint/2010/main" val="2576836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>
          <a:extLst>
            <a:ext uri="{FF2B5EF4-FFF2-40B4-BE49-F238E27FC236}">
              <a16:creationId xmlns:a16="http://schemas.microsoft.com/office/drawing/2014/main" id="{488AA2A6-3D42-032D-4AAA-5BF1A362C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29">
            <a:extLst>
              <a:ext uri="{FF2B5EF4-FFF2-40B4-BE49-F238E27FC236}">
                <a16:creationId xmlns:a16="http://schemas.microsoft.com/office/drawing/2014/main" id="{D0399217-5624-66A9-A9C2-A1A07959CDBE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960000" y="1718939"/>
            <a:ext cx="1088800" cy="1040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2667" dirty="0"/>
              <a:t>01</a:t>
            </a:r>
            <a:endParaRPr sz="2667" dirty="0"/>
          </a:p>
        </p:txBody>
      </p:sp>
      <p:sp>
        <p:nvSpPr>
          <p:cNvPr id="1482" name="Google Shape;1482;p29">
            <a:extLst>
              <a:ext uri="{FF2B5EF4-FFF2-40B4-BE49-F238E27FC236}">
                <a16:creationId xmlns:a16="http://schemas.microsoft.com/office/drawing/2014/main" id="{7EBE8760-54D3-D44A-335C-8446F696571B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2098901" y="2143034"/>
            <a:ext cx="4167220" cy="38256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-GB" sz="1867" dirty="0"/>
              <a:t>Introduction &amp; Problem Statement</a:t>
            </a:r>
            <a:endParaRPr sz="1867" dirty="0"/>
          </a:p>
        </p:txBody>
      </p:sp>
      <p:sp>
        <p:nvSpPr>
          <p:cNvPr id="1484" name="Google Shape;1484;p29">
            <a:extLst>
              <a:ext uri="{FF2B5EF4-FFF2-40B4-BE49-F238E27FC236}">
                <a16:creationId xmlns:a16="http://schemas.microsoft.com/office/drawing/2014/main" id="{ECDC569C-426F-1191-691A-5CDCDE1CE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GB" dirty="0"/>
              <a:t>Presentation Outline</a:t>
            </a:r>
            <a:endParaRPr dirty="0"/>
          </a:p>
        </p:txBody>
      </p:sp>
      <p:sp>
        <p:nvSpPr>
          <p:cNvPr id="24" name="Google Shape;1481;p29">
            <a:extLst>
              <a:ext uri="{FF2B5EF4-FFF2-40B4-BE49-F238E27FC236}">
                <a16:creationId xmlns:a16="http://schemas.microsoft.com/office/drawing/2014/main" id="{988FDED6-5882-41CD-A1C8-F8A717BA8308}"/>
              </a:ext>
            </a:extLst>
          </p:cNvPr>
          <p:cNvSpPr txBox="1">
            <a:spLocks/>
          </p:cNvSpPr>
          <p:nvPr/>
        </p:nvSpPr>
        <p:spPr>
          <a:xfrm>
            <a:off x="1010967" y="2334843"/>
            <a:ext cx="1088800" cy="1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667" dirty="0"/>
              <a:t>02</a:t>
            </a:r>
          </a:p>
        </p:txBody>
      </p:sp>
      <p:sp>
        <p:nvSpPr>
          <p:cNvPr id="25" name="Google Shape;1482;p29">
            <a:extLst>
              <a:ext uri="{FF2B5EF4-FFF2-40B4-BE49-F238E27FC236}">
                <a16:creationId xmlns:a16="http://schemas.microsoft.com/office/drawing/2014/main" id="{C8C89414-67F3-37DE-13C5-870285B8F4C6}"/>
              </a:ext>
            </a:extLst>
          </p:cNvPr>
          <p:cNvSpPr txBox="1">
            <a:spLocks/>
          </p:cNvSpPr>
          <p:nvPr/>
        </p:nvSpPr>
        <p:spPr>
          <a:xfrm>
            <a:off x="2098901" y="2774910"/>
            <a:ext cx="3846400" cy="38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867" dirty="0"/>
              <a:t>Background &amp; Key Concepts</a:t>
            </a:r>
          </a:p>
        </p:txBody>
      </p:sp>
      <p:sp>
        <p:nvSpPr>
          <p:cNvPr id="27" name="Google Shape;1481;p29">
            <a:extLst>
              <a:ext uri="{FF2B5EF4-FFF2-40B4-BE49-F238E27FC236}">
                <a16:creationId xmlns:a16="http://schemas.microsoft.com/office/drawing/2014/main" id="{4BB97521-C704-EF58-9790-10D4F51EC960}"/>
              </a:ext>
            </a:extLst>
          </p:cNvPr>
          <p:cNvSpPr txBox="1">
            <a:spLocks/>
          </p:cNvSpPr>
          <p:nvPr/>
        </p:nvSpPr>
        <p:spPr>
          <a:xfrm>
            <a:off x="1010967" y="2966719"/>
            <a:ext cx="1088800" cy="1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667" dirty="0"/>
              <a:t>03</a:t>
            </a:r>
          </a:p>
        </p:txBody>
      </p:sp>
      <p:sp>
        <p:nvSpPr>
          <p:cNvPr id="29" name="Google Shape;1482;p29">
            <a:extLst>
              <a:ext uri="{FF2B5EF4-FFF2-40B4-BE49-F238E27FC236}">
                <a16:creationId xmlns:a16="http://schemas.microsoft.com/office/drawing/2014/main" id="{2A6BFD9C-AC1C-FDE0-2E04-264F614CD2D3}"/>
              </a:ext>
            </a:extLst>
          </p:cNvPr>
          <p:cNvSpPr txBox="1">
            <a:spLocks/>
          </p:cNvSpPr>
          <p:nvPr/>
        </p:nvSpPr>
        <p:spPr>
          <a:xfrm>
            <a:off x="2098901" y="3406786"/>
            <a:ext cx="3846400" cy="38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867" dirty="0"/>
              <a:t>Literature Review</a:t>
            </a:r>
          </a:p>
        </p:txBody>
      </p:sp>
      <p:sp>
        <p:nvSpPr>
          <p:cNvPr id="31" name="Google Shape;1481;p29">
            <a:extLst>
              <a:ext uri="{FF2B5EF4-FFF2-40B4-BE49-F238E27FC236}">
                <a16:creationId xmlns:a16="http://schemas.microsoft.com/office/drawing/2014/main" id="{1F04A791-46AA-99B2-3462-C73E8833BB7B}"/>
              </a:ext>
            </a:extLst>
          </p:cNvPr>
          <p:cNvSpPr txBox="1">
            <a:spLocks/>
          </p:cNvSpPr>
          <p:nvPr/>
        </p:nvSpPr>
        <p:spPr>
          <a:xfrm>
            <a:off x="1010967" y="3566652"/>
            <a:ext cx="1088800" cy="1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667" dirty="0"/>
              <a:t>04</a:t>
            </a:r>
          </a:p>
        </p:txBody>
      </p:sp>
      <p:sp>
        <p:nvSpPr>
          <p:cNvPr id="33" name="Google Shape;1482;p29">
            <a:extLst>
              <a:ext uri="{FF2B5EF4-FFF2-40B4-BE49-F238E27FC236}">
                <a16:creationId xmlns:a16="http://schemas.microsoft.com/office/drawing/2014/main" id="{1FD32997-A7BA-CD8D-469B-6801F802CF56}"/>
              </a:ext>
            </a:extLst>
          </p:cNvPr>
          <p:cNvSpPr txBox="1">
            <a:spLocks/>
          </p:cNvSpPr>
          <p:nvPr/>
        </p:nvSpPr>
        <p:spPr>
          <a:xfrm>
            <a:off x="2098901" y="4006719"/>
            <a:ext cx="3846400" cy="38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867" dirty="0"/>
              <a:t>Methodology</a:t>
            </a:r>
          </a:p>
        </p:txBody>
      </p:sp>
      <p:sp>
        <p:nvSpPr>
          <p:cNvPr id="34" name="Google Shape;1481;p29">
            <a:extLst>
              <a:ext uri="{FF2B5EF4-FFF2-40B4-BE49-F238E27FC236}">
                <a16:creationId xmlns:a16="http://schemas.microsoft.com/office/drawing/2014/main" id="{E811344D-A009-0A81-88CC-D673654F46EB}"/>
              </a:ext>
            </a:extLst>
          </p:cNvPr>
          <p:cNvSpPr txBox="1">
            <a:spLocks/>
          </p:cNvSpPr>
          <p:nvPr/>
        </p:nvSpPr>
        <p:spPr>
          <a:xfrm>
            <a:off x="5945301" y="1702967"/>
            <a:ext cx="1088800" cy="1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667" dirty="0"/>
              <a:t>05</a:t>
            </a:r>
          </a:p>
        </p:txBody>
      </p:sp>
      <p:sp>
        <p:nvSpPr>
          <p:cNvPr id="35" name="Google Shape;1482;p29">
            <a:extLst>
              <a:ext uri="{FF2B5EF4-FFF2-40B4-BE49-F238E27FC236}">
                <a16:creationId xmlns:a16="http://schemas.microsoft.com/office/drawing/2014/main" id="{31369977-4133-CF1D-2475-396511934D01}"/>
              </a:ext>
            </a:extLst>
          </p:cNvPr>
          <p:cNvSpPr txBox="1">
            <a:spLocks/>
          </p:cNvSpPr>
          <p:nvPr/>
        </p:nvSpPr>
        <p:spPr>
          <a:xfrm>
            <a:off x="7033236" y="2143034"/>
            <a:ext cx="3846400" cy="38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867" dirty="0"/>
              <a:t>Experimental Results</a:t>
            </a:r>
          </a:p>
        </p:txBody>
      </p:sp>
      <p:sp>
        <p:nvSpPr>
          <p:cNvPr id="36" name="Google Shape;1481;p29">
            <a:extLst>
              <a:ext uri="{FF2B5EF4-FFF2-40B4-BE49-F238E27FC236}">
                <a16:creationId xmlns:a16="http://schemas.microsoft.com/office/drawing/2014/main" id="{0CFFF65C-6A90-9C37-6482-917AD8CE41EA}"/>
              </a:ext>
            </a:extLst>
          </p:cNvPr>
          <p:cNvSpPr txBox="1">
            <a:spLocks/>
          </p:cNvSpPr>
          <p:nvPr/>
        </p:nvSpPr>
        <p:spPr>
          <a:xfrm>
            <a:off x="5945301" y="2334843"/>
            <a:ext cx="1088800" cy="1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667" dirty="0"/>
              <a:t>06</a:t>
            </a:r>
          </a:p>
        </p:txBody>
      </p:sp>
      <p:sp>
        <p:nvSpPr>
          <p:cNvPr id="37" name="Google Shape;1482;p29">
            <a:extLst>
              <a:ext uri="{FF2B5EF4-FFF2-40B4-BE49-F238E27FC236}">
                <a16:creationId xmlns:a16="http://schemas.microsoft.com/office/drawing/2014/main" id="{9F96197A-0229-6BB2-4A77-30F0738C76BD}"/>
              </a:ext>
            </a:extLst>
          </p:cNvPr>
          <p:cNvSpPr txBox="1">
            <a:spLocks/>
          </p:cNvSpPr>
          <p:nvPr/>
        </p:nvSpPr>
        <p:spPr>
          <a:xfrm>
            <a:off x="7033236" y="2774910"/>
            <a:ext cx="4024624" cy="38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867" dirty="0"/>
              <a:t>Recommender System Integration</a:t>
            </a:r>
          </a:p>
        </p:txBody>
      </p:sp>
      <p:sp>
        <p:nvSpPr>
          <p:cNvPr id="38" name="Google Shape;1481;p29">
            <a:extLst>
              <a:ext uri="{FF2B5EF4-FFF2-40B4-BE49-F238E27FC236}">
                <a16:creationId xmlns:a16="http://schemas.microsoft.com/office/drawing/2014/main" id="{3A38F007-DAC9-E914-AD5D-1A46D65D29C6}"/>
              </a:ext>
            </a:extLst>
          </p:cNvPr>
          <p:cNvSpPr txBox="1">
            <a:spLocks/>
          </p:cNvSpPr>
          <p:nvPr/>
        </p:nvSpPr>
        <p:spPr>
          <a:xfrm>
            <a:off x="5945301" y="2966719"/>
            <a:ext cx="1088800" cy="1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667" dirty="0"/>
              <a:t>07</a:t>
            </a:r>
          </a:p>
        </p:txBody>
      </p:sp>
      <p:sp>
        <p:nvSpPr>
          <p:cNvPr id="39" name="Google Shape;1482;p29">
            <a:extLst>
              <a:ext uri="{FF2B5EF4-FFF2-40B4-BE49-F238E27FC236}">
                <a16:creationId xmlns:a16="http://schemas.microsoft.com/office/drawing/2014/main" id="{4686D4AA-789B-A04A-C3E9-EEAB7847368D}"/>
              </a:ext>
            </a:extLst>
          </p:cNvPr>
          <p:cNvSpPr txBox="1">
            <a:spLocks/>
          </p:cNvSpPr>
          <p:nvPr/>
        </p:nvSpPr>
        <p:spPr>
          <a:xfrm>
            <a:off x="7033236" y="3406786"/>
            <a:ext cx="3846400" cy="38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867" dirty="0"/>
              <a:t>Web Application</a:t>
            </a:r>
          </a:p>
        </p:txBody>
      </p:sp>
      <p:sp>
        <p:nvSpPr>
          <p:cNvPr id="40" name="Google Shape;1481;p29">
            <a:extLst>
              <a:ext uri="{FF2B5EF4-FFF2-40B4-BE49-F238E27FC236}">
                <a16:creationId xmlns:a16="http://schemas.microsoft.com/office/drawing/2014/main" id="{0E45F8DC-A7BE-E247-7A67-6E39311739EC}"/>
              </a:ext>
            </a:extLst>
          </p:cNvPr>
          <p:cNvSpPr txBox="1">
            <a:spLocks/>
          </p:cNvSpPr>
          <p:nvPr/>
        </p:nvSpPr>
        <p:spPr>
          <a:xfrm>
            <a:off x="5945301" y="3566652"/>
            <a:ext cx="1088800" cy="1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667" dirty="0"/>
              <a:t>08</a:t>
            </a:r>
          </a:p>
        </p:txBody>
      </p:sp>
      <p:sp>
        <p:nvSpPr>
          <p:cNvPr id="41" name="Google Shape;1482;p29">
            <a:extLst>
              <a:ext uri="{FF2B5EF4-FFF2-40B4-BE49-F238E27FC236}">
                <a16:creationId xmlns:a16="http://schemas.microsoft.com/office/drawing/2014/main" id="{D061BCF3-0ED9-E919-7EAE-06239767B257}"/>
              </a:ext>
            </a:extLst>
          </p:cNvPr>
          <p:cNvSpPr txBox="1">
            <a:spLocks/>
          </p:cNvSpPr>
          <p:nvPr/>
        </p:nvSpPr>
        <p:spPr>
          <a:xfrm>
            <a:off x="7033236" y="4006719"/>
            <a:ext cx="4024624" cy="38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867" dirty="0"/>
              <a:t>Conclusion &amp; Future Perspectives</a:t>
            </a:r>
          </a:p>
        </p:txBody>
      </p:sp>
    </p:spTree>
    <p:extLst>
      <p:ext uri="{BB962C8B-B14F-4D97-AF65-F5344CB8AC3E}">
        <p14:creationId xmlns:p14="http://schemas.microsoft.com/office/powerpoint/2010/main" val="2603361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85A7006D-8088-74F4-AB9B-481106A5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8">
            <a:extLst>
              <a:ext uri="{FF2B5EF4-FFF2-40B4-BE49-F238E27FC236}">
                <a16:creationId xmlns:a16="http://schemas.microsoft.com/office/drawing/2014/main" id="{B428FCD0-1194-BCB0-9535-8D49D4A73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23" y="384700"/>
            <a:ext cx="2579763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3200" dirty="0"/>
              <a:t>Introduction</a:t>
            </a:r>
            <a:endParaRPr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B589E-1016-9728-B9BB-533B0D6E596F}"/>
              </a:ext>
            </a:extLst>
          </p:cNvPr>
          <p:cNvSpPr txBox="1"/>
          <p:nvPr/>
        </p:nvSpPr>
        <p:spPr>
          <a:xfrm>
            <a:off x="1485742" y="2356911"/>
            <a:ext cx="9220517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</a:pPr>
            <a:r>
              <a:rPr lang="en-GB" sz="2400" dirty="0"/>
              <a:t>Social media platforms generate massive networks of user interactions.</a:t>
            </a:r>
          </a:p>
          <a:p>
            <a:pPr lvl="2">
              <a:spcBef>
                <a:spcPts val="600"/>
              </a:spcBef>
              <a:spcAft>
                <a:spcPts val="1600"/>
              </a:spcAft>
            </a:pPr>
            <a:r>
              <a:rPr lang="en-GB" sz="2400" dirty="0"/>
              <a:t>Facebook: 2+ billion active users.</a:t>
            </a:r>
          </a:p>
          <a:p>
            <a:pPr>
              <a:spcBef>
                <a:spcPts val="600"/>
              </a:spcBef>
              <a:spcAft>
                <a:spcPts val="1600"/>
              </a:spcAft>
            </a:pPr>
            <a:r>
              <a:rPr lang="en-GB" sz="2400" dirty="0"/>
              <a:t>Interactions include likes, shares, comments, follows.</a:t>
            </a:r>
          </a:p>
          <a:p>
            <a:pPr>
              <a:spcBef>
                <a:spcPts val="600"/>
              </a:spcBef>
              <a:spcAft>
                <a:spcPts val="1600"/>
              </a:spcAft>
            </a:pPr>
            <a:r>
              <a:rPr lang="en-GB" sz="2400" dirty="0"/>
              <a:t>These interactions form intricate networks revealing patterns of human connection.</a:t>
            </a:r>
          </a:p>
        </p:txBody>
      </p:sp>
    </p:spTree>
    <p:extLst>
      <p:ext uri="{BB962C8B-B14F-4D97-AF65-F5344CB8AC3E}">
        <p14:creationId xmlns:p14="http://schemas.microsoft.com/office/powerpoint/2010/main" val="445072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45A3E56-0AC0-8DD9-0BC2-747C9DF8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8">
            <a:extLst>
              <a:ext uri="{FF2B5EF4-FFF2-40B4-BE49-F238E27FC236}">
                <a16:creationId xmlns:a16="http://schemas.microsoft.com/office/drawing/2014/main" id="{98E2DE43-A4D5-B42B-6923-21C77FF92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22" y="384700"/>
            <a:ext cx="3944196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GB" sz="3200" dirty="0"/>
              <a:t>Problem Statement</a:t>
            </a:r>
            <a:endParaRPr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3B5B6-82A1-1313-5EA0-F3E10613E338}"/>
              </a:ext>
            </a:extLst>
          </p:cNvPr>
          <p:cNvSpPr txBox="1"/>
          <p:nvPr/>
        </p:nvSpPr>
        <p:spPr>
          <a:xfrm>
            <a:off x="1297966" y="1670527"/>
            <a:ext cx="10194311" cy="5579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Despite numerous community detection algorithms available, selecting the right one remains challenging: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/>
              <a:t>Algorithmic Diversity</a:t>
            </a:r>
            <a:r>
              <a:rPr lang="en-GB" sz="2400" dirty="0"/>
              <a:t> Different principles (modularity optimization, random walks, deep learning).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/>
              <a:t>Evaluation Gap</a:t>
            </a:r>
            <a:r>
              <a:rPr lang="en-GB" sz="2400" dirty="0"/>
              <a:t> Most studies use modularity that don't predict practical usefulness.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/>
              <a:t>Limited Comparison</a:t>
            </a:r>
            <a:r>
              <a:rPr lang="en-GB" sz="2400" dirty="0"/>
              <a:t> Modern vs. classical methods not systematically compared, especially at scale.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/>
              <a:t>Practical Utility</a:t>
            </a:r>
            <a:r>
              <a:rPr lang="en-GB" sz="2400" dirty="0"/>
              <a:t> Lack of unified evaluation framework for real-world applications.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F985F7-6C10-146A-879E-E8C2EB00EA28}"/>
              </a:ext>
            </a:extLst>
          </p:cNvPr>
          <p:cNvSpPr txBox="1"/>
          <p:nvPr/>
        </p:nvSpPr>
        <p:spPr>
          <a:xfrm>
            <a:off x="1966102" y="5388468"/>
            <a:ext cx="88580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</a:pPr>
            <a:r>
              <a:rPr lang="en-GB" sz="2400" b="1" dirty="0">
                <a:solidFill>
                  <a:srgbClr val="C00000"/>
                </a:solidFill>
              </a:rPr>
              <a:t>Research Question</a:t>
            </a:r>
            <a:r>
              <a:rPr lang="en-GB" sz="2400" b="1" dirty="0"/>
              <a:t>:</a:t>
            </a:r>
            <a:r>
              <a:rPr lang="en-GB" sz="2400" dirty="0"/>
              <a:t> </a:t>
            </a:r>
            <a:r>
              <a:rPr lang="en-GB" sz="2400" i="1" dirty="0"/>
              <a:t>How do different community detection approaches compare in effectiveness and practical utility for recommender systems?</a:t>
            </a:r>
            <a:br>
              <a:rPr lang="en-GB" sz="2400" dirty="0"/>
            </a:br>
            <a:endParaRPr lang="en-GB" sz="2400" dirty="0"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4384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B28FECB-DAF0-1C82-BD81-12DB4D45C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8">
            <a:extLst>
              <a:ext uri="{FF2B5EF4-FFF2-40B4-BE49-F238E27FC236}">
                <a16:creationId xmlns:a16="http://schemas.microsoft.com/office/drawing/2014/main" id="{72904A96-6AC3-87F8-A678-8125B4FF22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22" y="384700"/>
            <a:ext cx="4205431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GB" sz="3200" dirty="0"/>
              <a:t>Research Objectives</a:t>
            </a:r>
            <a:endParaRPr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A58FB-F8DB-66F7-D9CA-06F91DE6029C}"/>
              </a:ext>
            </a:extLst>
          </p:cNvPr>
          <p:cNvSpPr txBox="1"/>
          <p:nvPr/>
        </p:nvSpPr>
        <p:spPr>
          <a:xfrm>
            <a:off x="1971246" y="1463375"/>
            <a:ext cx="10194311" cy="502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Study and categorize community detection approaches (classical &amp; modern)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Implement representative algorithms from different categories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Apply algorithms to real-world and synthetic network datasets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Evaluate using structural metrics (modularity, NMI, ARI)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Assess practical usefulness for targeted marketing &amp; recommendation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Compare performance and identify strengths/limitations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Provide insights on trade-offs between simplicity, scalability, and effectiveness</a:t>
            </a:r>
          </a:p>
        </p:txBody>
      </p:sp>
    </p:spTree>
    <p:extLst>
      <p:ext uri="{BB962C8B-B14F-4D97-AF65-F5344CB8AC3E}">
        <p14:creationId xmlns:p14="http://schemas.microsoft.com/office/powerpoint/2010/main" val="26883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Widescreen</PresentationFormat>
  <Paragraphs>48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Albert Sans</vt:lpstr>
      <vt:lpstr>Anaheim</vt:lpstr>
      <vt:lpstr>Aptos</vt:lpstr>
      <vt:lpstr>Aptos Display</vt:lpstr>
      <vt:lpstr>Arial</vt:lpstr>
      <vt:lpstr>Courier New</vt:lpstr>
      <vt:lpstr>DM Sans</vt:lpstr>
      <vt:lpstr>Lato</vt:lpstr>
      <vt:lpstr>quote-cjk-patch</vt:lpstr>
      <vt:lpstr>Times New Roman</vt:lpstr>
      <vt:lpstr>Office Theme</vt:lpstr>
      <vt:lpstr>PowerPoint Presentation</vt:lpstr>
      <vt:lpstr>01</vt:lpstr>
      <vt:lpstr>Introduction</vt:lpstr>
      <vt:lpstr>Problem Statement</vt:lpstr>
      <vt:lpstr>Research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moudden hamza</dc:creator>
  <cp:lastModifiedBy>moudden hamza</cp:lastModifiedBy>
  <cp:revision>1</cp:revision>
  <dcterms:created xsi:type="dcterms:W3CDTF">2026-06-24T11:05:25Z</dcterms:created>
  <dcterms:modified xsi:type="dcterms:W3CDTF">2026-06-24T11:05:44Z</dcterms:modified>
</cp:coreProperties>
</file>